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60" r:id="rId2"/>
    <p:sldId id="264" r:id="rId3"/>
  </p:sldIdLst>
  <p:sldSz cx="27432000" cy="1828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16128">
          <p15:clr>
            <a:srgbClr val="A4A3A4"/>
          </p15:clr>
        </p15:guide>
        <p15:guide id="3" orient="horz" pos="5760">
          <p15:clr>
            <a:srgbClr val="A4A3A4"/>
          </p15:clr>
        </p15:guide>
        <p15:guide id="4" pos="86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 autoAdjust="0"/>
    <p:restoredTop sz="91918" autoAdjust="0"/>
  </p:normalViewPr>
  <p:slideViewPr>
    <p:cSldViewPr snapToGrid="0">
      <p:cViewPr varScale="1">
        <p:scale>
          <a:sx n="36" d="100"/>
          <a:sy n="36" d="100"/>
        </p:scale>
        <p:origin x="2696" y="584"/>
      </p:cViewPr>
      <p:guideLst>
        <p:guide orient="horz" pos="4320"/>
        <p:guide pos="16128"/>
        <p:guide orient="horz" pos="5760"/>
        <p:guide pos="8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2643188" y="514350"/>
            <a:ext cx="3857625" cy="25717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None/>
              </a:p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227566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09791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19579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929370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239159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548949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858738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168528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478317" algn="l" defTabSz="61957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2643188" y="514350"/>
            <a:ext cx="3857625" cy="25717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4160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2057400" y="5681145"/>
            <a:ext cx="23317200" cy="39200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4114800" y="10363200"/>
            <a:ext cx="19202400" cy="46736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0" marR="0" lvl="0" indent="0" algn="ctr" rtl="0">
              <a:spcBef>
                <a:spcPts val="435"/>
              </a:spcBef>
              <a:buClr>
                <a:srgbClr val="888888"/>
              </a:buClr>
              <a:buSzPts val="32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ctr" rtl="0">
              <a:spcBef>
                <a:spcPts val="378"/>
              </a:spcBef>
              <a:buClr>
                <a:srgbClr val="888888"/>
              </a:buClr>
              <a:buSzPts val="28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ctr" rtl="0">
              <a:spcBef>
                <a:spcPts val="327"/>
              </a:spcBef>
              <a:buClr>
                <a:srgbClr val="888888"/>
              </a:buClr>
              <a:buSzPts val="24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ctr" rtl="0">
              <a:spcBef>
                <a:spcPts val="272"/>
              </a:spcBef>
              <a:buClr>
                <a:srgbClr val="888888"/>
              </a:buClr>
              <a:buSzPts val="2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ctr" rtl="0">
              <a:spcBef>
                <a:spcPts val="272"/>
              </a:spcBef>
              <a:buClr>
                <a:srgbClr val="888888"/>
              </a:buClr>
              <a:buSzPts val="2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ctr" rtl="0">
              <a:spcBef>
                <a:spcPts val="272"/>
              </a:spcBef>
              <a:buClr>
                <a:srgbClr val="888888"/>
              </a:buClr>
              <a:buSzPts val="2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ctr" rtl="0">
              <a:spcBef>
                <a:spcPts val="272"/>
              </a:spcBef>
              <a:buClr>
                <a:srgbClr val="888888"/>
              </a:buClr>
              <a:buSzPts val="2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ctr" rtl="0">
              <a:spcBef>
                <a:spcPts val="272"/>
              </a:spcBef>
              <a:buClr>
                <a:srgbClr val="888888"/>
              </a:buClr>
              <a:buSzPts val="2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ctr" rtl="0">
              <a:spcBef>
                <a:spcPts val="272"/>
              </a:spcBef>
              <a:buClr>
                <a:srgbClr val="888888"/>
              </a:buClr>
              <a:buSzPts val="2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1371600" y="732371"/>
            <a:ext cx="24688800" cy="30480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1371600" y="4267203"/>
            <a:ext cx="24688800" cy="12069235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232342" marR="0" lvl="0" indent="-94657" algn="l" rtl="0">
              <a:spcBef>
                <a:spcPts val="435"/>
              </a:spcBef>
              <a:buClr>
                <a:schemeClr val="dk1"/>
              </a:buClr>
              <a:buSzPts val="3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03409" marR="0" lvl="1" indent="-73144" algn="l" rtl="0">
              <a:spcBef>
                <a:spcPts val="378"/>
              </a:spcBef>
              <a:buClr>
                <a:schemeClr val="dk1"/>
              </a:buClr>
              <a:buSzPts val="2800"/>
              <a:buFont typeface="Arial"/>
              <a:buChar char="–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74474" marR="0" lvl="2" indent="-51631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84264" marR="0" lvl="3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94053" marR="0" lvl="4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03844" marR="0" lvl="5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13632" marR="0" lvl="6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323423" marR="0" lvl="7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633212" marR="0" lvl="8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2166939" y="11751737"/>
            <a:ext cx="23317200" cy="36322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SzPts val="40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2166939" y="7751240"/>
            <a:ext cx="23317200" cy="4000497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b" anchorCtr="0"/>
          <a:lstStyle>
            <a:lvl1pPr marL="0" marR="0" lvl="0" indent="0" algn="l" rtl="0">
              <a:spcBef>
                <a:spcPts val="272"/>
              </a:spcBef>
              <a:buClr>
                <a:srgbClr val="888888"/>
              </a:buClr>
              <a:buSzPts val="2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244"/>
              </a:spcBef>
              <a:buClr>
                <a:srgbClr val="888888"/>
              </a:buClr>
              <a:buSzPts val="18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215"/>
              </a:spcBef>
              <a:buClr>
                <a:srgbClr val="888888"/>
              </a:buClr>
              <a:buSzPts val="16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191"/>
              </a:spcBef>
              <a:buClr>
                <a:srgbClr val="888888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191"/>
              </a:spcBef>
              <a:buClr>
                <a:srgbClr val="888888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191"/>
              </a:spcBef>
              <a:buClr>
                <a:srgbClr val="888888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191"/>
              </a:spcBef>
              <a:buClr>
                <a:srgbClr val="888888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191"/>
              </a:spcBef>
              <a:buClr>
                <a:srgbClr val="888888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191"/>
              </a:spcBef>
              <a:buClr>
                <a:srgbClr val="888888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1371600" y="732371"/>
            <a:ext cx="24688800" cy="30480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1371600" y="4267203"/>
            <a:ext cx="12115800" cy="12069235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232342" marR="0" lvl="0" indent="-111868" algn="l" rtl="0">
              <a:spcBef>
                <a:spcPts val="378"/>
              </a:spcBef>
              <a:buClr>
                <a:schemeClr val="dk1"/>
              </a:buClr>
              <a:buSzPts val="28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03409" marR="0" lvl="1" indent="-90355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74474" marR="0" lvl="2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84264" marR="0" lvl="3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94053" marR="0" lvl="4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03844" marR="0" lvl="5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13632" marR="0" lvl="6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323423" marR="0" lvl="7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633212" marR="0" lvl="8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13944600" y="4267203"/>
            <a:ext cx="12115800" cy="12069235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232342" marR="0" lvl="0" indent="-111868" algn="l" rtl="0">
              <a:spcBef>
                <a:spcPts val="378"/>
              </a:spcBef>
              <a:buClr>
                <a:schemeClr val="dk1"/>
              </a:buClr>
              <a:buSzPts val="28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03409" marR="0" lvl="1" indent="-90355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74474" marR="0" lvl="2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84264" marR="0" lvl="3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94053" marR="0" lvl="4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03844" marR="0" lvl="5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13632" marR="0" lvl="6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323423" marR="0" lvl="7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633212" marR="0" lvl="8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1371600" y="732371"/>
            <a:ext cx="24688800" cy="30480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371601" y="4093634"/>
            <a:ext cx="12120564" cy="1706035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b" anchorCtr="0"/>
          <a:lstStyle>
            <a:lvl1pPr marL="0" marR="0" lvl="0" indent="0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1371601" y="5799668"/>
            <a:ext cx="12120564" cy="105367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232342" marR="0" lvl="0" indent="-129080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03409" marR="0" lvl="1" indent="-107567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74474" marR="0" lvl="2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84264" marR="0" lvl="3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94053" marR="0" lvl="4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03844" marR="0" lvl="5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13632" marR="0" lvl="6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323423" marR="0" lvl="7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633212" marR="0" lvl="8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3"/>
          </p:nvPr>
        </p:nvSpPr>
        <p:spPr>
          <a:xfrm>
            <a:off x="13935080" y="4093634"/>
            <a:ext cx="12125325" cy="1706035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b" anchorCtr="0"/>
          <a:lstStyle>
            <a:lvl1pPr marL="0" marR="0" lvl="0" indent="0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4"/>
          </p:nvPr>
        </p:nvSpPr>
        <p:spPr>
          <a:xfrm>
            <a:off x="13935080" y="5799668"/>
            <a:ext cx="12125325" cy="105367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232342" marR="0" lvl="0" indent="-129080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03409" marR="0" lvl="1" indent="-107567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74474" marR="0" lvl="2" indent="-77448" algn="l" rtl="0">
              <a:spcBef>
                <a:spcPts val="244"/>
              </a:spcBef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84264" marR="0" lvl="3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94053" marR="0" lvl="4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03844" marR="0" lvl="5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13632" marR="0" lvl="6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323423" marR="0" lvl="7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633212" marR="0" lvl="8" indent="-86052" algn="l" rtl="0">
              <a:spcBef>
                <a:spcPts val="215"/>
              </a:spcBef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1371600" y="732371"/>
            <a:ext cx="24688800" cy="30480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371605" y="728133"/>
            <a:ext cx="9024939" cy="3098803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b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SzPts val="20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10725150" y="728145"/>
            <a:ext cx="15335250" cy="15608303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232342" marR="0" lvl="0" indent="-94657" algn="l" rtl="0">
              <a:spcBef>
                <a:spcPts val="435"/>
              </a:spcBef>
              <a:buClr>
                <a:schemeClr val="dk1"/>
              </a:buClr>
              <a:buSzPts val="3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03409" marR="0" lvl="1" indent="-73144" algn="l" rtl="0">
              <a:spcBef>
                <a:spcPts val="378"/>
              </a:spcBef>
              <a:buClr>
                <a:schemeClr val="dk1"/>
              </a:buClr>
              <a:buSzPts val="2800"/>
              <a:buFont typeface="Arial"/>
              <a:buChar char="–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74474" marR="0" lvl="2" indent="-51631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84264" marR="0" lvl="3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94053" marR="0" lvl="4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03844" marR="0" lvl="5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13632" marR="0" lvl="6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323423" marR="0" lvl="7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633212" marR="0" lvl="8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1371605" y="3826941"/>
            <a:ext cx="9024939" cy="125095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0" marR="0" lvl="0" indent="0" algn="l" rtl="0">
              <a:spcBef>
                <a:spcPts val="191"/>
              </a:spcBef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163"/>
              </a:spcBef>
              <a:buClr>
                <a:schemeClr val="dk1"/>
              </a:buClr>
              <a:buSzPts val="12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136"/>
              </a:spcBef>
              <a:buClr>
                <a:schemeClr val="dk1"/>
              </a:buClr>
              <a:buSzPts val="10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5376864" y="12801605"/>
            <a:ext cx="16459200" cy="1511303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b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SzPts val="20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5376864" y="1634065"/>
            <a:ext cx="16459200" cy="109728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0" marR="0" lvl="0" indent="0" algn="l" rtl="0">
              <a:spcBef>
                <a:spcPts val="435"/>
              </a:spcBef>
              <a:buClr>
                <a:schemeClr val="dk1"/>
              </a:buClr>
              <a:buSzPts val="3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378"/>
              </a:spcBef>
              <a:buClr>
                <a:schemeClr val="dk1"/>
              </a:buClr>
              <a:buSzPts val="28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5376864" y="14312903"/>
            <a:ext cx="16459200" cy="21463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0" marR="0" lvl="0" indent="0" algn="l" rtl="0">
              <a:spcBef>
                <a:spcPts val="191"/>
              </a:spcBef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163"/>
              </a:spcBef>
              <a:buClr>
                <a:schemeClr val="dk1"/>
              </a:buClr>
              <a:buSzPts val="12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136"/>
              </a:spcBef>
              <a:buClr>
                <a:schemeClr val="dk1"/>
              </a:buClr>
              <a:buSzPts val="10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124"/>
              </a:spcBef>
              <a:buClr>
                <a:schemeClr val="dk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1371600" y="732371"/>
            <a:ext cx="24688800" cy="30480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7681383" y="-2042580"/>
            <a:ext cx="12069235" cy="246888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232342" marR="0" lvl="0" indent="-94657" algn="l" rtl="0">
              <a:spcBef>
                <a:spcPts val="435"/>
              </a:spcBef>
              <a:buClr>
                <a:schemeClr val="dk1"/>
              </a:buClr>
              <a:buSzPts val="3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03409" marR="0" lvl="1" indent="-73144" algn="l" rtl="0">
              <a:spcBef>
                <a:spcPts val="378"/>
              </a:spcBef>
              <a:buClr>
                <a:schemeClr val="dk1"/>
              </a:buClr>
              <a:buSzPts val="2800"/>
              <a:buFont typeface="Arial"/>
              <a:buChar char="–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74474" marR="0" lvl="2" indent="-51631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84264" marR="0" lvl="3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94053" marR="0" lvl="4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03844" marR="0" lvl="5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13632" marR="0" lvl="6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323423" marR="0" lvl="7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633212" marR="0" lvl="8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15172269" y="5448308"/>
            <a:ext cx="15604068" cy="61722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00"/>
            </a:lvl2pPr>
            <a:lvl3pPr lvl="2" indent="0">
              <a:spcBef>
                <a:spcPts val="0"/>
              </a:spcBef>
              <a:buSzPts val="1400"/>
              <a:buNone/>
              <a:defRPr sz="1200"/>
            </a:lvl3pPr>
            <a:lvl4pPr lvl="3" indent="0">
              <a:spcBef>
                <a:spcPts val="0"/>
              </a:spcBef>
              <a:buSzPts val="1400"/>
              <a:buNone/>
              <a:defRPr sz="1200"/>
            </a:lvl4pPr>
            <a:lvl5pPr lvl="4" indent="0">
              <a:spcBef>
                <a:spcPts val="0"/>
              </a:spcBef>
              <a:buSzPts val="1400"/>
              <a:buNone/>
              <a:defRPr sz="1200"/>
            </a:lvl5pPr>
            <a:lvl6pPr lvl="5" indent="0">
              <a:spcBef>
                <a:spcPts val="0"/>
              </a:spcBef>
              <a:buSzPts val="1400"/>
              <a:buNone/>
              <a:defRPr sz="1200"/>
            </a:lvl6pPr>
            <a:lvl7pPr lvl="6" indent="0">
              <a:spcBef>
                <a:spcPts val="0"/>
              </a:spcBef>
              <a:buSzPts val="1400"/>
              <a:buNone/>
              <a:defRPr sz="1200"/>
            </a:lvl7pPr>
            <a:lvl8pPr lvl="7" indent="0">
              <a:spcBef>
                <a:spcPts val="0"/>
              </a:spcBef>
              <a:buSzPts val="1400"/>
              <a:buNone/>
              <a:defRPr sz="1200"/>
            </a:lvl8pPr>
            <a:lvl9pPr lvl="8" indent="0">
              <a:spcBef>
                <a:spcPts val="0"/>
              </a:spcBef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2599269" y="-495297"/>
            <a:ext cx="15604068" cy="180594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232342" marR="0" lvl="0" indent="-94657" algn="l" rtl="0">
              <a:spcBef>
                <a:spcPts val="435"/>
              </a:spcBef>
              <a:buClr>
                <a:schemeClr val="dk1"/>
              </a:buClr>
              <a:buSzPts val="3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03409" marR="0" lvl="1" indent="-73144" algn="l" rtl="0">
              <a:spcBef>
                <a:spcPts val="378"/>
              </a:spcBef>
              <a:buClr>
                <a:schemeClr val="dk1"/>
              </a:buClr>
              <a:buSzPts val="2800"/>
              <a:buFont typeface="Arial"/>
              <a:buChar char="–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74474" marR="0" lvl="2" indent="-51631" algn="l" rtl="0">
              <a:spcBef>
                <a:spcPts val="327"/>
              </a:spcBef>
              <a:buClr>
                <a:schemeClr val="dk1"/>
              </a:buClr>
              <a:buSzPts val="2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84264" marR="0" lvl="3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94053" marR="0" lvl="4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03844" marR="0" lvl="5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13632" marR="0" lvl="6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323423" marR="0" lvl="7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633212" marR="0" lvl="8" indent="-68843" algn="l" rtl="0">
              <a:spcBef>
                <a:spcPts val="272"/>
              </a:spcBef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1371600" y="732371"/>
            <a:ext cx="24688800" cy="3048000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1371600" y="4267203"/>
            <a:ext cx="24688800" cy="12069235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t" anchorCtr="0"/>
          <a:lstStyle>
            <a:lvl1pPr marL="342900" marR="0" lvl="0" indent="-139700" algn="l" rtl="0"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07950" algn="l" rtl="0"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spcBef>
                <a:spcPts val="400"/>
              </a:spcBef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spcBef>
                <a:spcPts val="400"/>
              </a:spcBef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1371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9372600" y="16950277"/>
            <a:ext cx="8686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61949" rIns="61949" bIns="61949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09791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19579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2937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39159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48949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58738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68528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78317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19659600" y="16950277"/>
            <a:ext cx="6400800" cy="973668"/>
          </a:xfrm>
          <a:prstGeom prst="rect">
            <a:avLst/>
          </a:prstGeom>
          <a:noFill/>
          <a:ln>
            <a:noFill/>
          </a:ln>
        </p:spPr>
        <p:txBody>
          <a:bodyPr wrap="square" lIns="61949" tIns="30966" rIns="61949" bIns="30966" anchor="ctr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8F8D41F1-19D4-4764-918A-3C00ED08E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-79049"/>
            <a:ext cx="187689" cy="324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mc="http://schemas.openxmlformats.org/markup-compatibility/2006" xmlns:mv="urn:schemas-microsoft-com:mac:vml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937" tIns="46470" rIns="92937" bIns="4647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5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9DC1433-2C16-483E-91C8-951FFE804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71" y="514437"/>
            <a:ext cx="25322762" cy="1232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mc="http://schemas.openxmlformats.org/markup-compatibility/2006" xmlns:mv="urn:schemas-microsoft-com:mac:vml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37" tIns="46470" rIns="92937" bIns="464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929370">
              <a:tabLst>
                <a:tab pos="2788108" algn="ctr"/>
                <a:tab pos="5576216" algn="r"/>
              </a:tabLst>
            </a:pPr>
            <a:endParaRPr lang="en-US" altLang="en-US" sz="2000" dirty="0">
              <a:solidFill>
                <a:srgbClr val="000000"/>
              </a:solidFill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defTabSz="929370">
              <a:tabLst>
                <a:tab pos="2788108" algn="ctr"/>
                <a:tab pos="5576216" algn="r"/>
              </a:tabLst>
            </a:pPr>
            <a:r>
              <a:rPr lang="en-US" altLang="en-US" sz="5400" dirty="0">
                <a:solidFill>
                  <a:srgbClr val="000000"/>
                </a:solidFill>
                <a:ea typeface="MS Mincho" panose="02020609040205080304" pitchFamily="49" charset="-128"/>
                <a:cs typeface="Arial" panose="020B0604020202020204" pitchFamily="34" charset="0"/>
              </a:rPr>
              <a:t>Exploring Your System’s Architecture</a:t>
            </a:r>
            <a:endParaRPr lang="en-US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67C8F0-71D2-4334-AB18-E18130630126}"/>
              </a:ext>
            </a:extLst>
          </p:cNvPr>
          <p:cNvSpPr txBox="1"/>
          <p:nvPr/>
        </p:nvSpPr>
        <p:spPr>
          <a:xfrm>
            <a:off x="480440" y="2126700"/>
            <a:ext cx="26951560" cy="4740765"/>
          </a:xfrm>
          <a:prstGeom prst="rect">
            <a:avLst/>
          </a:prstGeom>
          <a:noFill/>
        </p:spPr>
        <p:txBody>
          <a:bodyPr wrap="square" lIns="61959" tIns="30978" rIns="61959" bIns="30978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Instructions: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Use this template to create your own Functional Flow Block Diagram to show the visual flow of your system’s operations and functions. 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help you navigate through this PowerPoint:</a:t>
            </a:r>
          </a:p>
          <a:p>
            <a:pPr marL="638942" lvl="1" indent="-174259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Slide 2 – FFBD Template Resources. Review all FFBD diagram components. Copy and paste from this slide to add components to your own FFBD.</a:t>
            </a:r>
          </a:p>
          <a:p>
            <a:pPr marL="638942" lvl="1" indent="-174259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Slide 3 – FFBD Format Template. You may find it helpful to use this as a starting point, deleting elements, adding elements, and expanding the box as needed. Do not attempt to make your FFBD fit exactly in this template as-is.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6E968A-1D53-F38D-99B3-99CBB86761C5}"/>
              </a:ext>
            </a:extLst>
          </p:cNvPr>
          <p:cNvSpPr/>
          <p:nvPr/>
        </p:nvSpPr>
        <p:spPr>
          <a:xfrm>
            <a:off x="4425362" y="9561337"/>
            <a:ext cx="9144000" cy="403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5" rIns="91410" bIns="45705"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7FBC5-4AF2-8B96-8898-7DDE1B5D7C90}"/>
              </a:ext>
            </a:extLst>
          </p:cNvPr>
          <p:cNvSpPr txBox="1"/>
          <p:nvPr/>
        </p:nvSpPr>
        <p:spPr>
          <a:xfrm>
            <a:off x="6047273" y="8315578"/>
            <a:ext cx="1309913" cy="923299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Triggers 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(Solid Arrow)</a:t>
            </a:r>
          </a:p>
          <a:p>
            <a:pPr algn="ctr"/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808FD-7926-72CC-01F6-92E38F97D20C}"/>
              </a:ext>
            </a:extLst>
          </p:cNvPr>
          <p:cNvSpPr txBox="1"/>
          <p:nvPr/>
        </p:nvSpPr>
        <p:spPr>
          <a:xfrm>
            <a:off x="12705436" y="8727225"/>
            <a:ext cx="1518304" cy="615523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Precedes 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(Dashed Arrow)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788FB6-8840-34D0-B2E5-777F3286530F}"/>
              </a:ext>
            </a:extLst>
          </p:cNvPr>
          <p:cNvSpPr txBox="1"/>
          <p:nvPr/>
        </p:nvSpPr>
        <p:spPr>
          <a:xfrm>
            <a:off x="7422585" y="8286940"/>
            <a:ext cx="1742724" cy="923299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Functional 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Number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(Functional Ref. #)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F274C0-8F9E-76A9-2255-100498057DA9}"/>
              </a:ext>
            </a:extLst>
          </p:cNvPr>
          <p:cNvSpPr txBox="1"/>
          <p:nvPr/>
        </p:nvSpPr>
        <p:spPr>
          <a:xfrm>
            <a:off x="11647525" y="13935781"/>
            <a:ext cx="2404765" cy="1015632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Control Triggers /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Summary Gates /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Logic Gates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(pairs)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1E3A4-01FF-F0C6-8914-F06D411B16F4}"/>
              </a:ext>
            </a:extLst>
          </p:cNvPr>
          <p:cNvSpPr txBox="1"/>
          <p:nvPr/>
        </p:nvSpPr>
        <p:spPr>
          <a:xfrm>
            <a:off x="3934851" y="8803604"/>
            <a:ext cx="2194771" cy="923299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Reference Block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(Bracket Block)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7E870-6F3E-6A78-4B4D-03C83DCD3636}"/>
              </a:ext>
            </a:extLst>
          </p:cNvPr>
          <p:cNvSpPr txBox="1"/>
          <p:nvPr/>
        </p:nvSpPr>
        <p:spPr>
          <a:xfrm>
            <a:off x="11114145" y="8412569"/>
            <a:ext cx="1481435" cy="707856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Functional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Block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A87D3-2C7F-7A67-DCA8-B09C4D2B6843}"/>
              </a:ext>
            </a:extLst>
          </p:cNvPr>
          <p:cNvSpPr txBox="1"/>
          <p:nvPr/>
        </p:nvSpPr>
        <p:spPr>
          <a:xfrm>
            <a:off x="9241767" y="8232988"/>
            <a:ext cx="1921843" cy="1138743"/>
          </a:xfrm>
          <a:prstGeom prst="rect">
            <a:avLst/>
          </a:prstGeom>
          <a:noFill/>
        </p:spPr>
        <p:txBody>
          <a:bodyPr wrap="square" lIns="91410" tIns="45705" rIns="91410" bIns="45705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Functional Title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(Use Case or other Function Name)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165B0-9DF6-70C8-F828-06024E039ECD}"/>
              </a:ext>
            </a:extLst>
          </p:cNvPr>
          <p:cNvSpPr txBox="1"/>
          <p:nvPr/>
        </p:nvSpPr>
        <p:spPr>
          <a:xfrm>
            <a:off x="2589687" y="8419181"/>
            <a:ext cx="1467008" cy="400079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FFBD Title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5A9A8A-1B0C-373E-01F7-C0594BBDA1AE}"/>
              </a:ext>
            </a:extLst>
          </p:cNvPr>
          <p:cNvGrpSpPr/>
          <p:nvPr/>
        </p:nvGrpSpPr>
        <p:grpSpPr>
          <a:xfrm>
            <a:off x="9993723" y="15035997"/>
            <a:ext cx="3722277" cy="622896"/>
            <a:chOff x="19293101" y="266026"/>
            <a:chExt cx="3722277" cy="622896"/>
          </a:xfrm>
        </p:grpSpPr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8BFA1B4E-5A42-5CCA-CE61-7E0675EA775F}"/>
                </a:ext>
              </a:extLst>
            </p:cNvPr>
            <p:cNvSpPr/>
            <p:nvPr/>
          </p:nvSpPr>
          <p:spPr>
            <a:xfrm>
              <a:off x="19293101" y="266026"/>
              <a:ext cx="3722277" cy="62289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0" tIns="45705" rIns="91410" bIns="45705"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677E62-5D13-FAB4-2B7F-C4CA862812CE}"/>
                </a:ext>
              </a:extLst>
            </p:cNvPr>
            <p:cNvSpPr txBox="1"/>
            <p:nvPr/>
          </p:nvSpPr>
          <p:spPr>
            <a:xfrm>
              <a:off x="19581013" y="361276"/>
              <a:ext cx="2999415" cy="400079"/>
            </a:xfrm>
            <a:prstGeom prst="rect">
              <a:avLst/>
            </a:prstGeom>
            <a:noFill/>
          </p:spPr>
          <p:txBody>
            <a:bodyPr wrap="none" lIns="91410" tIns="45705" rIns="91410" bIns="45705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General Left to Right  Flow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20DAE5D-8219-F9DC-4BBE-CBBA880FC7BE}"/>
              </a:ext>
            </a:extLst>
          </p:cNvPr>
          <p:cNvSpPr txBox="1"/>
          <p:nvPr/>
        </p:nvSpPr>
        <p:spPr>
          <a:xfrm>
            <a:off x="9322384" y="12051855"/>
            <a:ext cx="806801" cy="307746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r>
              <a:rPr lang="en-US" sz="1400" i="1" dirty="0"/>
              <a:t>3 times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290E54-E232-AE82-6BAB-CC9B2412B065}"/>
              </a:ext>
            </a:extLst>
          </p:cNvPr>
          <p:cNvCxnSpPr/>
          <p:nvPr/>
        </p:nvCxnSpPr>
        <p:spPr>
          <a:xfrm flipH="1" flipV="1">
            <a:off x="5032236" y="9383239"/>
            <a:ext cx="155127" cy="1218674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36998C-1809-2B2A-DF9B-4648C3F6EF56}"/>
              </a:ext>
            </a:extLst>
          </p:cNvPr>
          <p:cNvCxnSpPr>
            <a:endCxn id="10" idx="0"/>
          </p:cNvCxnSpPr>
          <p:nvPr/>
        </p:nvCxnSpPr>
        <p:spPr>
          <a:xfrm>
            <a:off x="11776748" y="11476298"/>
            <a:ext cx="1073160" cy="2459483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718EE8-E102-0CAC-219B-CD97402E6B74}"/>
              </a:ext>
            </a:extLst>
          </p:cNvPr>
          <p:cNvSpPr txBox="1"/>
          <p:nvPr/>
        </p:nvSpPr>
        <p:spPr>
          <a:xfrm>
            <a:off x="9933344" y="13886002"/>
            <a:ext cx="1551929" cy="707856"/>
          </a:xfrm>
          <a:prstGeom prst="rect">
            <a:avLst/>
          </a:prstGeom>
          <a:noFill/>
        </p:spPr>
        <p:txBody>
          <a:bodyPr wrap="square" lIns="91410" tIns="45705" rIns="91410" bIns="45705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Condition / Label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Shape 164">
            <a:extLst>
              <a:ext uri="{FF2B5EF4-FFF2-40B4-BE49-F238E27FC236}">
                <a16:creationId xmlns:a16="http://schemas.microsoft.com/office/drawing/2014/main" id="{0C45B4BD-F3D2-750C-BA55-D8799B9A8CF5}"/>
              </a:ext>
            </a:extLst>
          </p:cNvPr>
          <p:cNvSpPr txBox="1"/>
          <p:nvPr/>
        </p:nvSpPr>
        <p:spPr>
          <a:xfrm>
            <a:off x="2171244" y="7339221"/>
            <a:ext cx="9048086" cy="58477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/>
            <a:r>
              <a:rPr lang="en-US" sz="3200" b="1" dirty="0">
                <a:solidFill>
                  <a:srgbClr val="538CD5"/>
                </a:solidFill>
                <a:latin typeface="+mj-lt"/>
                <a:ea typeface="Calibri"/>
                <a:cs typeface="Calibri"/>
                <a:sym typeface="Calibri"/>
              </a:rPr>
              <a:t>FFBD / EFFBD Template - Resources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70BEFDA-CE89-ACF9-2355-E434B4C7021C}"/>
              </a:ext>
            </a:extLst>
          </p:cNvPr>
          <p:cNvGrpSpPr/>
          <p:nvPr/>
        </p:nvGrpSpPr>
        <p:grpSpPr>
          <a:xfrm>
            <a:off x="3181958" y="8847837"/>
            <a:ext cx="10282630" cy="4580651"/>
            <a:chOff x="13463196" y="1264614"/>
            <a:chExt cx="10282630" cy="4580651"/>
          </a:xfrm>
        </p:grpSpPr>
        <p:sp>
          <p:nvSpPr>
            <p:cNvPr id="24" name="Oval 34">
              <a:extLst>
                <a:ext uri="{FF2B5EF4-FFF2-40B4-BE49-F238E27FC236}">
                  <a16:creationId xmlns:a16="http://schemas.microsoft.com/office/drawing/2014/main" id="{55AD2A20-64C9-FF97-9158-BE1C89229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7101" y="29805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1600" b="1" dirty="0"/>
                <a:t>AND</a:t>
              </a:r>
            </a:p>
          </p:txBody>
        </p:sp>
        <p:sp>
          <p:nvSpPr>
            <p:cNvPr id="25" name="Oval 34">
              <a:extLst>
                <a:ext uri="{FF2B5EF4-FFF2-40B4-BE49-F238E27FC236}">
                  <a16:creationId xmlns:a16="http://schemas.microsoft.com/office/drawing/2014/main" id="{6CC3A57A-68B7-F0A6-042D-DC2BE80CB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2726" y="33996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1600" b="1" dirty="0"/>
                <a:t>OR</a:t>
              </a:r>
            </a:p>
          </p:txBody>
        </p:sp>
        <p:grpSp>
          <p:nvGrpSpPr>
            <p:cNvPr id="26" name="Group 182">
              <a:extLst>
                <a:ext uri="{FF2B5EF4-FFF2-40B4-BE49-F238E27FC236}">
                  <a16:creationId xmlns:a16="http://schemas.microsoft.com/office/drawing/2014/main" id="{00A2BF76-16EB-E798-29E3-B74695B74BB1}"/>
                </a:ext>
              </a:extLst>
            </p:cNvPr>
            <p:cNvGrpSpPr/>
            <p:nvPr/>
          </p:nvGrpSpPr>
          <p:grpSpPr>
            <a:xfrm>
              <a:off x="16421101" y="3104415"/>
              <a:ext cx="1295400" cy="1019175"/>
              <a:chOff x="2133600" y="1952625"/>
              <a:chExt cx="1485900" cy="1019175"/>
            </a:xfrm>
          </p:grpSpPr>
          <p:grpSp>
            <p:nvGrpSpPr>
              <p:cNvPr id="2059" name="Group 230">
                <a:extLst>
                  <a:ext uri="{FF2B5EF4-FFF2-40B4-BE49-F238E27FC236}">
                    <a16:creationId xmlns:a16="http://schemas.microsoft.com/office/drawing/2014/main" id="{A8057457-965A-20C3-6B07-E370324B245F}"/>
                  </a:ext>
                </a:extLst>
              </p:cNvPr>
              <p:cNvGrpSpPr/>
              <p:nvPr/>
            </p:nvGrpSpPr>
            <p:grpSpPr>
              <a:xfrm>
                <a:off x="2133600" y="1981200"/>
                <a:ext cx="1485900" cy="990600"/>
                <a:chOff x="1981200" y="1143000"/>
                <a:chExt cx="990600" cy="660400"/>
              </a:xfrm>
            </p:grpSpPr>
            <p:sp>
              <p:nvSpPr>
                <p:cNvPr id="2062" name="Rectangle 2061">
                  <a:extLst>
                    <a:ext uri="{FF2B5EF4-FFF2-40B4-BE49-F238E27FC236}">
                      <a16:creationId xmlns:a16="http://schemas.microsoft.com/office/drawing/2014/main" id="{CD133E13-B1BF-CCA6-1305-F79339B6ACEE}"/>
                    </a:ext>
                  </a:extLst>
                </p:cNvPr>
                <p:cNvSpPr/>
                <p:nvPr/>
              </p:nvSpPr>
              <p:spPr>
                <a:xfrm>
                  <a:off x="1981200" y="1143000"/>
                  <a:ext cx="990600" cy="660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3" name="Rectangle 2062">
                  <a:extLst>
                    <a:ext uri="{FF2B5EF4-FFF2-40B4-BE49-F238E27FC236}">
                      <a16:creationId xmlns:a16="http://schemas.microsoft.com/office/drawing/2014/main" id="{DC47F47A-937B-6BC4-CF81-EE42F037EB8B}"/>
                    </a:ext>
                  </a:extLst>
                </p:cNvPr>
                <p:cNvSpPr/>
                <p:nvPr/>
              </p:nvSpPr>
              <p:spPr>
                <a:xfrm>
                  <a:off x="1981200" y="1143000"/>
                  <a:ext cx="9906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60" name="TextBox 2059">
                <a:extLst>
                  <a:ext uri="{FF2B5EF4-FFF2-40B4-BE49-F238E27FC236}">
                    <a16:creationId xmlns:a16="http://schemas.microsoft.com/office/drawing/2014/main" id="{A4C4AEF8-B351-68AA-0129-86FCABB4E019}"/>
                  </a:ext>
                </a:extLst>
              </p:cNvPr>
              <p:cNvSpPr txBox="1"/>
              <p:nvPr/>
            </p:nvSpPr>
            <p:spPr>
              <a:xfrm>
                <a:off x="2133600" y="1952625"/>
                <a:ext cx="6811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F.2.1</a:t>
                </a:r>
              </a:p>
            </p:txBody>
          </p:sp>
          <p:sp>
            <p:nvSpPr>
              <p:cNvPr id="2061" name="TextBox 2060">
                <a:extLst>
                  <a:ext uri="{FF2B5EF4-FFF2-40B4-BE49-F238E27FC236}">
                    <a16:creationId xmlns:a16="http://schemas.microsoft.com/office/drawing/2014/main" id="{FC95C47E-C7DC-A97E-15F8-C64B221D7736}"/>
                  </a:ext>
                </a:extLst>
              </p:cNvPr>
              <p:cNvSpPr txBox="1"/>
              <p:nvPr/>
            </p:nvSpPr>
            <p:spPr>
              <a:xfrm>
                <a:off x="2133600" y="2421493"/>
                <a:ext cx="1485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Function 21</a:t>
                </a:r>
              </a:p>
            </p:txBody>
          </p:sp>
        </p:grpSp>
        <p:grpSp>
          <p:nvGrpSpPr>
            <p:cNvPr id="27" name="Group 183">
              <a:extLst>
                <a:ext uri="{FF2B5EF4-FFF2-40B4-BE49-F238E27FC236}">
                  <a16:creationId xmlns:a16="http://schemas.microsoft.com/office/drawing/2014/main" id="{E68D1D2F-8732-EDC6-60E1-109847E761C6}"/>
                </a:ext>
              </a:extLst>
            </p:cNvPr>
            <p:cNvGrpSpPr/>
            <p:nvPr/>
          </p:nvGrpSpPr>
          <p:grpSpPr>
            <a:xfrm>
              <a:off x="19392901" y="2066190"/>
              <a:ext cx="1295400" cy="1019175"/>
              <a:chOff x="2133600" y="1952625"/>
              <a:chExt cx="1485900" cy="1019175"/>
            </a:xfrm>
          </p:grpSpPr>
          <p:grpSp>
            <p:nvGrpSpPr>
              <p:cNvPr id="2054" name="Group 34">
                <a:extLst>
                  <a:ext uri="{FF2B5EF4-FFF2-40B4-BE49-F238E27FC236}">
                    <a16:creationId xmlns:a16="http://schemas.microsoft.com/office/drawing/2014/main" id="{4C1DDBB7-EF40-356F-8FF8-31411C0F8772}"/>
                  </a:ext>
                </a:extLst>
              </p:cNvPr>
              <p:cNvGrpSpPr/>
              <p:nvPr/>
            </p:nvGrpSpPr>
            <p:grpSpPr>
              <a:xfrm>
                <a:off x="2133600" y="1981200"/>
                <a:ext cx="1485900" cy="990600"/>
                <a:chOff x="1981200" y="1143000"/>
                <a:chExt cx="990600" cy="660400"/>
              </a:xfrm>
            </p:grpSpPr>
            <p:sp>
              <p:nvSpPr>
                <p:cNvPr id="2057" name="Rectangle 2056">
                  <a:extLst>
                    <a:ext uri="{FF2B5EF4-FFF2-40B4-BE49-F238E27FC236}">
                      <a16:creationId xmlns:a16="http://schemas.microsoft.com/office/drawing/2014/main" id="{302363FB-7DEF-E1DC-97B3-9DA408DCE8F5}"/>
                    </a:ext>
                  </a:extLst>
                </p:cNvPr>
                <p:cNvSpPr/>
                <p:nvPr/>
              </p:nvSpPr>
              <p:spPr>
                <a:xfrm>
                  <a:off x="1981200" y="1143000"/>
                  <a:ext cx="990600" cy="660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8" name="Rectangle 2057">
                  <a:extLst>
                    <a:ext uri="{FF2B5EF4-FFF2-40B4-BE49-F238E27FC236}">
                      <a16:creationId xmlns:a16="http://schemas.microsoft.com/office/drawing/2014/main" id="{BEF54766-C242-2B4B-CCC7-5FB7E8B5140A}"/>
                    </a:ext>
                  </a:extLst>
                </p:cNvPr>
                <p:cNvSpPr/>
                <p:nvPr/>
              </p:nvSpPr>
              <p:spPr>
                <a:xfrm>
                  <a:off x="1981200" y="1143000"/>
                  <a:ext cx="9906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18660B91-2019-18C6-70CB-9407AA3A6EA7}"/>
                  </a:ext>
                </a:extLst>
              </p:cNvPr>
              <p:cNvSpPr txBox="1"/>
              <p:nvPr/>
            </p:nvSpPr>
            <p:spPr>
              <a:xfrm>
                <a:off x="2133600" y="1952625"/>
                <a:ext cx="6811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F.2.2</a:t>
                </a:r>
              </a:p>
            </p:txBody>
          </p:sp>
          <p:sp>
            <p:nvSpPr>
              <p:cNvPr id="2056" name="TextBox 2055">
                <a:extLst>
                  <a:ext uri="{FF2B5EF4-FFF2-40B4-BE49-F238E27FC236}">
                    <a16:creationId xmlns:a16="http://schemas.microsoft.com/office/drawing/2014/main" id="{55811800-6393-A3A9-1536-DB556AC5C6A4}"/>
                  </a:ext>
                </a:extLst>
              </p:cNvPr>
              <p:cNvSpPr txBox="1"/>
              <p:nvPr/>
            </p:nvSpPr>
            <p:spPr>
              <a:xfrm>
                <a:off x="2133600" y="2421493"/>
                <a:ext cx="1485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Function 22</a:t>
                </a:r>
              </a:p>
            </p:txBody>
          </p:sp>
        </p:grpSp>
        <p:grpSp>
          <p:nvGrpSpPr>
            <p:cNvPr id="28" name="Group 184">
              <a:extLst>
                <a:ext uri="{FF2B5EF4-FFF2-40B4-BE49-F238E27FC236}">
                  <a16:creationId xmlns:a16="http://schemas.microsoft.com/office/drawing/2014/main" id="{14CB6903-07EB-27FE-349A-78EF2669D046}"/>
                </a:ext>
              </a:extLst>
            </p:cNvPr>
            <p:cNvGrpSpPr/>
            <p:nvPr/>
          </p:nvGrpSpPr>
          <p:grpSpPr>
            <a:xfrm>
              <a:off x="19392901" y="3437790"/>
              <a:ext cx="1295400" cy="1019175"/>
              <a:chOff x="2133600" y="1952625"/>
              <a:chExt cx="1485900" cy="1019175"/>
            </a:xfrm>
          </p:grpSpPr>
          <p:grpSp>
            <p:nvGrpSpPr>
              <p:cNvPr id="2048" name="Group 34">
                <a:extLst>
                  <a:ext uri="{FF2B5EF4-FFF2-40B4-BE49-F238E27FC236}">
                    <a16:creationId xmlns:a16="http://schemas.microsoft.com/office/drawing/2014/main" id="{20DEB6DF-DA9D-C3DF-8FFC-B63F92026A0F}"/>
                  </a:ext>
                </a:extLst>
              </p:cNvPr>
              <p:cNvGrpSpPr/>
              <p:nvPr/>
            </p:nvGrpSpPr>
            <p:grpSpPr>
              <a:xfrm>
                <a:off x="2133600" y="1981200"/>
                <a:ext cx="1485900" cy="990600"/>
                <a:chOff x="1981200" y="1143000"/>
                <a:chExt cx="990600" cy="660400"/>
              </a:xfrm>
            </p:grpSpPr>
            <p:sp>
              <p:nvSpPr>
                <p:cNvPr id="2052" name="Rectangle 2051">
                  <a:extLst>
                    <a:ext uri="{FF2B5EF4-FFF2-40B4-BE49-F238E27FC236}">
                      <a16:creationId xmlns:a16="http://schemas.microsoft.com/office/drawing/2014/main" id="{81EB2047-3567-CD4E-942E-79B9FEB30A84}"/>
                    </a:ext>
                  </a:extLst>
                </p:cNvPr>
                <p:cNvSpPr/>
                <p:nvPr/>
              </p:nvSpPr>
              <p:spPr>
                <a:xfrm>
                  <a:off x="1981200" y="1143000"/>
                  <a:ext cx="990600" cy="660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3" name="Rectangle 2052">
                  <a:extLst>
                    <a:ext uri="{FF2B5EF4-FFF2-40B4-BE49-F238E27FC236}">
                      <a16:creationId xmlns:a16="http://schemas.microsoft.com/office/drawing/2014/main" id="{FD2B439D-5211-FC7E-0706-A5AE17DED890}"/>
                    </a:ext>
                  </a:extLst>
                </p:cNvPr>
                <p:cNvSpPr/>
                <p:nvPr/>
              </p:nvSpPr>
              <p:spPr>
                <a:xfrm>
                  <a:off x="1981200" y="1143000"/>
                  <a:ext cx="9906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50" name="TextBox 2049">
                <a:extLst>
                  <a:ext uri="{FF2B5EF4-FFF2-40B4-BE49-F238E27FC236}">
                    <a16:creationId xmlns:a16="http://schemas.microsoft.com/office/drawing/2014/main" id="{28542F92-5428-4306-F2BC-664F2695FDFA}"/>
                  </a:ext>
                </a:extLst>
              </p:cNvPr>
              <p:cNvSpPr txBox="1"/>
              <p:nvPr/>
            </p:nvSpPr>
            <p:spPr>
              <a:xfrm>
                <a:off x="2133600" y="1952625"/>
                <a:ext cx="6811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F.2.3</a:t>
                </a:r>
              </a:p>
            </p:txBody>
          </p:sp>
          <p:sp>
            <p:nvSpPr>
              <p:cNvPr id="2051" name="TextBox 2050">
                <a:extLst>
                  <a:ext uri="{FF2B5EF4-FFF2-40B4-BE49-F238E27FC236}">
                    <a16:creationId xmlns:a16="http://schemas.microsoft.com/office/drawing/2014/main" id="{C8E608E2-82FF-BA04-E1A4-A3CC65B5A022}"/>
                  </a:ext>
                </a:extLst>
              </p:cNvPr>
              <p:cNvSpPr txBox="1"/>
              <p:nvPr/>
            </p:nvSpPr>
            <p:spPr>
              <a:xfrm>
                <a:off x="2133600" y="2421493"/>
                <a:ext cx="1485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Function 23</a:t>
                </a:r>
              </a:p>
            </p:txBody>
          </p:sp>
        </p:grpSp>
        <p:grpSp>
          <p:nvGrpSpPr>
            <p:cNvPr id="29" name="Group 185">
              <a:extLst>
                <a:ext uri="{FF2B5EF4-FFF2-40B4-BE49-F238E27FC236}">
                  <a16:creationId xmlns:a16="http://schemas.microsoft.com/office/drawing/2014/main" id="{D6EB1098-EEA9-E73F-A6AF-3DF66E5FA8D1}"/>
                </a:ext>
              </a:extLst>
            </p:cNvPr>
            <p:cNvGrpSpPr/>
            <p:nvPr/>
          </p:nvGrpSpPr>
          <p:grpSpPr>
            <a:xfrm>
              <a:off x="14820400" y="3018690"/>
              <a:ext cx="1295901" cy="1219200"/>
              <a:chOff x="532899" y="2286000"/>
              <a:chExt cx="1295901" cy="121920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7D450A0-37A3-55F3-E0AF-00B5002644D0}"/>
                  </a:ext>
                </a:extLst>
              </p:cNvPr>
              <p:cNvSpPr/>
              <p:nvPr/>
            </p:nvSpPr>
            <p:spPr>
              <a:xfrm>
                <a:off x="533400" y="2390775"/>
                <a:ext cx="1295400" cy="99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0E05821-1CED-3C68-E686-0EF3203E1F3D}"/>
                  </a:ext>
                </a:extLst>
              </p:cNvPr>
              <p:cNvSpPr/>
              <p:nvPr/>
            </p:nvSpPr>
            <p:spPr>
              <a:xfrm>
                <a:off x="762000" y="2286000"/>
                <a:ext cx="838200" cy="1219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087EB30-6459-9C73-3644-28A446E7BD79}"/>
                  </a:ext>
                </a:extLst>
              </p:cNvPr>
              <p:cNvSpPr txBox="1"/>
              <p:nvPr/>
            </p:nvSpPr>
            <p:spPr>
              <a:xfrm>
                <a:off x="532899" y="2622875"/>
                <a:ext cx="1295400" cy="538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F.1 Ref</a:t>
                </a:r>
              </a:p>
              <a:p>
                <a:pPr algn="ctr"/>
                <a:r>
                  <a:rPr lang="en-US" sz="1400" dirty="0"/>
                  <a:t>Function 1</a:t>
                </a:r>
              </a:p>
            </p:txBody>
          </p:sp>
        </p:grpSp>
        <p:grpSp>
          <p:nvGrpSpPr>
            <p:cNvPr id="30" name="Group 186">
              <a:extLst>
                <a:ext uri="{FF2B5EF4-FFF2-40B4-BE49-F238E27FC236}">
                  <a16:creationId xmlns:a16="http://schemas.microsoft.com/office/drawing/2014/main" id="{EA720BBA-228F-AE60-CC90-AD56BA26D6F4}"/>
                </a:ext>
              </a:extLst>
            </p:cNvPr>
            <p:cNvGrpSpPr/>
            <p:nvPr/>
          </p:nvGrpSpPr>
          <p:grpSpPr>
            <a:xfrm>
              <a:off x="19392901" y="4826090"/>
              <a:ext cx="1295400" cy="1019175"/>
              <a:chOff x="2133600" y="1952625"/>
              <a:chExt cx="1485900" cy="1019175"/>
            </a:xfrm>
          </p:grpSpPr>
          <p:grpSp>
            <p:nvGrpSpPr>
              <p:cNvPr id="56" name="Group 34">
                <a:extLst>
                  <a:ext uri="{FF2B5EF4-FFF2-40B4-BE49-F238E27FC236}">
                    <a16:creationId xmlns:a16="http://schemas.microsoft.com/office/drawing/2014/main" id="{71D0DECB-48AF-A3A1-78C8-0E5529344201}"/>
                  </a:ext>
                </a:extLst>
              </p:cNvPr>
              <p:cNvGrpSpPr/>
              <p:nvPr/>
            </p:nvGrpSpPr>
            <p:grpSpPr>
              <a:xfrm>
                <a:off x="2133600" y="1981200"/>
                <a:ext cx="1485900" cy="990600"/>
                <a:chOff x="1981200" y="1143000"/>
                <a:chExt cx="990600" cy="660400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EA555473-AEBE-7391-4A6F-1F48606E745B}"/>
                    </a:ext>
                  </a:extLst>
                </p:cNvPr>
                <p:cNvSpPr/>
                <p:nvPr/>
              </p:nvSpPr>
              <p:spPr>
                <a:xfrm>
                  <a:off x="1981200" y="1143000"/>
                  <a:ext cx="990600" cy="660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EFA2761-29A2-0727-2A7E-3794F92C7B56}"/>
                    </a:ext>
                  </a:extLst>
                </p:cNvPr>
                <p:cNvSpPr/>
                <p:nvPr/>
              </p:nvSpPr>
              <p:spPr>
                <a:xfrm>
                  <a:off x="1981200" y="1143000"/>
                  <a:ext cx="9906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5BF1307-DF30-076F-D8C3-7E55A2EB23FA}"/>
                  </a:ext>
                </a:extLst>
              </p:cNvPr>
              <p:cNvSpPr txBox="1"/>
              <p:nvPr/>
            </p:nvSpPr>
            <p:spPr>
              <a:xfrm>
                <a:off x="2133600" y="1952625"/>
                <a:ext cx="6811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F.2.4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BFE0731-C1D1-D98B-8041-02B9B5B0663C}"/>
                  </a:ext>
                </a:extLst>
              </p:cNvPr>
              <p:cNvSpPr txBox="1"/>
              <p:nvPr/>
            </p:nvSpPr>
            <p:spPr>
              <a:xfrm>
                <a:off x="2133600" y="2421493"/>
                <a:ext cx="1485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Function 24</a:t>
                </a:r>
              </a:p>
            </p:txBody>
          </p:sp>
        </p:grp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58F64583-D7E6-A291-4637-31CF67EF8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0701" y="29805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1600" b="1" dirty="0"/>
                <a:t>AND</a:t>
              </a:r>
            </a:p>
          </p:txBody>
        </p:sp>
        <p:sp>
          <p:nvSpPr>
            <p:cNvPr id="32" name="Oval 34">
              <a:extLst>
                <a:ext uri="{FF2B5EF4-FFF2-40B4-BE49-F238E27FC236}">
                  <a16:creationId xmlns:a16="http://schemas.microsoft.com/office/drawing/2014/main" id="{4A3B43BD-42CA-8F4F-F4E0-2AA580C98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2701" y="34377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1600" b="1" dirty="0"/>
                <a:t>OR</a:t>
              </a:r>
            </a:p>
          </p:txBody>
        </p:sp>
        <p:grpSp>
          <p:nvGrpSpPr>
            <p:cNvPr id="33" name="Group 189">
              <a:extLst>
                <a:ext uri="{FF2B5EF4-FFF2-40B4-BE49-F238E27FC236}">
                  <a16:creationId xmlns:a16="http://schemas.microsoft.com/office/drawing/2014/main" id="{4FD3E11A-F8EC-0568-1DAA-79D6041CFBC6}"/>
                </a:ext>
              </a:extLst>
            </p:cNvPr>
            <p:cNvGrpSpPr/>
            <p:nvPr/>
          </p:nvGrpSpPr>
          <p:grpSpPr>
            <a:xfrm>
              <a:off x="22450426" y="3113940"/>
              <a:ext cx="1295400" cy="1219200"/>
              <a:chOff x="533400" y="2286000"/>
              <a:chExt cx="1295400" cy="12192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AB952B1-42CA-BA7B-4239-F2DCFF54E66E}"/>
                  </a:ext>
                </a:extLst>
              </p:cNvPr>
              <p:cNvSpPr/>
              <p:nvPr/>
            </p:nvSpPr>
            <p:spPr>
              <a:xfrm>
                <a:off x="533400" y="2390775"/>
                <a:ext cx="1295400" cy="99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8B0ED82-9223-7EF0-50A7-B60129972A8C}"/>
                  </a:ext>
                </a:extLst>
              </p:cNvPr>
              <p:cNvSpPr/>
              <p:nvPr/>
            </p:nvSpPr>
            <p:spPr>
              <a:xfrm>
                <a:off x="762000" y="2286000"/>
                <a:ext cx="838200" cy="1219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C8AA707-55EB-F2A9-80C1-5F788461A15A}"/>
                  </a:ext>
                </a:extLst>
              </p:cNvPr>
              <p:cNvSpPr txBox="1"/>
              <p:nvPr/>
            </p:nvSpPr>
            <p:spPr>
              <a:xfrm>
                <a:off x="533400" y="2639566"/>
                <a:ext cx="1295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F.3 Ref</a:t>
                </a:r>
              </a:p>
              <a:p>
                <a:pPr algn="ctr"/>
                <a:r>
                  <a:rPr lang="en-US" sz="1400" dirty="0"/>
                  <a:t>Function 3</a:t>
                </a:r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AD90696-A199-0678-F544-CBE2111FADDB}"/>
                </a:ext>
              </a:extLst>
            </p:cNvPr>
            <p:cNvCxnSpPr/>
            <p:nvPr/>
          </p:nvCxnSpPr>
          <p:spPr>
            <a:xfrm>
              <a:off x="17716501" y="3666390"/>
              <a:ext cx="304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 99">
              <a:extLst>
                <a:ext uri="{FF2B5EF4-FFF2-40B4-BE49-F238E27FC236}">
                  <a16:creationId xmlns:a16="http://schemas.microsoft.com/office/drawing/2014/main" id="{84C19033-B06B-10AC-137D-F7A0F3F4A19E}"/>
                </a:ext>
              </a:extLst>
            </p:cNvPr>
            <p:cNvCxnSpPr>
              <a:stCxn id="25" idx="0"/>
              <a:endCxn id="24" idx="2"/>
            </p:cNvCxnSpPr>
            <p:nvPr/>
          </p:nvCxnSpPr>
          <p:spPr>
            <a:xfrm rot="5400000" flipH="1" flipV="1">
              <a:off x="18407063" y="3099653"/>
              <a:ext cx="152400" cy="447675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hape 101">
              <a:extLst>
                <a:ext uri="{FF2B5EF4-FFF2-40B4-BE49-F238E27FC236}">
                  <a16:creationId xmlns:a16="http://schemas.microsoft.com/office/drawing/2014/main" id="{499EED6C-D8BF-E612-C9CB-77A14DA732A7}"/>
                </a:ext>
              </a:extLst>
            </p:cNvPr>
            <p:cNvCxnSpPr>
              <a:stCxn id="25" idx="4"/>
              <a:endCxn id="47" idx="2"/>
            </p:cNvCxnSpPr>
            <p:nvPr/>
          </p:nvCxnSpPr>
          <p:spPr>
            <a:xfrm rot="16200000" flipH="1">
              <a:off x="17716563" y="4475952"/>
              <a:ext cx="1419100" cy="333375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hape 103">
              <a:extLst>
                <a:ext uri="{FF2B5EF4-FFF2-40B4-BE49-F238E27FC236}">
                  <a16:creationId xmlns:a16="http://schemas.microsoft.com/office/drawing/2014/main" id="{7D78BDE9-FA9F-DE66-E501-85157875D47B}"/>
                </a:ext>
              </a:extLst>
            </p:cNvPr>
            <p:cNvCxnSpPr>
              <a:stCxn id="24" idx="4"/>
              <a:endCxn id="2051" idx="1"/>
            </p:cNvCxnSpPr>
            <p:nvPr/>
          </p:nvCxnSpPr>
          <p:spPr>
            <a:xfrm rot="16200000" flipH="1">
              <a:off x="18910073" y="3577718"/>
              <a:ext cx="546557" cy="419100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hape 105">
              <a:extLst>
                <a:ext uri="{FF2B5EF4-FFF2-40B4-BE49-F238E27FC236}">
                  <a16:creationId xmlns:a16="http://schemas.microsoft.com/office/drawing/2014/main" id="{9B12C650-B6B0-91D5-3D5C-FF28D898BCCF}"/>
                </a:ext>
              </a:extLst>
            </p:cNvPr>
            <p:cNvCxnSpPr>
              <a:stCxn id="24" idx="0"/>
            </p:cNvCxnSpPr>
            <p:nvPr/>
          </p:nvCxnSpPr>
          <p:spPr>
            <a:xfrm rot="5400000" flipH="1" flipV="1">
              <a:off x="18992851" y="2580540"/>
              <a:ext cx="381000" cy="419100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hape 107">
              <a:extLst>
                <a:ext uri="{FF2B5EF4-FFF2-40B4-BE49-F238E27FC236}">
                  <a16:creationId xmlns:a16="http://schemas.microsoft.com/office/drawing/2014/main" id="{9560B609-713E-C5A1-3F85-27E3491BE217}"/>
                </a:ext>
              </a:extLst>
            </p:cNvPr>
            <p:cNvCxnSpPr>
              <a:endCxn id="31" idx="0"/>
            </p:cNvCxnSpPr>
            <p:nvPr/>
          </p:nvCxnSpPr>
          <p:spPr>
            <a:xfrm>
              <a:off x="20688301" y="2599590"/>
              <a:ext cx="419100" cy="381000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hape 110">
              <a:extLst>
                <a:ext uri="{FF2B5EF4-FFF2-40B4-BE49-F238E27FC236}">
                  <a16:creationId xmlns:a16="http://schemas.microsoft.com/office/drawing/2014/main" id="{D632C451-8CB9-A652-1CE5-5BE4F971201C}"/>
                </a:ext>
              </a:extLst>
            </p:cNvPr>
            <p:cNvCxnSpPr>
              <a:stCxn id="2051" idx="3"/>
              <a:endCxn id="31" idx="4"/>
            </p:cNvCxnSpPr>
            <p:nvPr/>
          </p:nvCxnSpPr>
          <p:spPr>
            <a:xfrm flipV="1">
              <a:off x="20688301" y="3513990"/>
              <a:ext cx="419100" cy="546557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hape 113">
              <a:extLst>
                <a:ext uri="{FF2B5EF4-FFF2-40B4-BE49-F238E27FC236}">
                  <a16:creationId xmlns:a16="http://schemas.microsoft.com/office/drawing/2014/main" id="{578264CE-5E74-F173-1E8A-CF17B6E08EF5}"/>
                </a:ext>
              </a:extLst>
            </p:cNvPr>
            <p:cNvCxnSpPr>
              <a:stCxn id="31" idx="6"/>
              <a:endCxn id="32" idx="0"/>
            </p:cNvCxnSpPr>
            <p:nvPr/>
          </p:nvCxnSpPr>
          <p:spPr>
            <a:xfrm>
              <a:off x="21374101" y="3247290"/>
              <a:ext cx="495300" cy="190500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hape 115">
              <a:extLst>
                <a:ext uri="{FF2B5EF4-FFF2-40B4-BE49-F238E27FC236}">
                  <a16:creationId xmlns:a16="http://schemas.microsoft.com/office/drawing/2014/main" id="{89A84227-EEDA-0FB6-F7E5-CED80F11CCD1}"/>
                </a:ext>
              </a:extLst>
            </p:cNvPr>
            <p:cNvCxnSpPr>
              <a:stCxn id="46" idx="6"/>
              <a:endCxn id="32" idx="4"/>
            </p:cNvCxnSpPr>
            <p:nvPr/>
          </p:nvCxnSpPr>
          <p:spPr>
            <a:xfrm flipV="1">
              <a:off x="21564601" y="3971190"/>
              <a:ext cx="304800" cy="1378775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026316C-64D8-5F6B-BC2D-26FB2BAD145E}"/>
                </a:ext>
              </a:extLst>
            </p:cNvPr>
            <p:cNvCxnSpPr/>
            <p:nvPr/>
          </p:nvCxnSpPr>
          <p:spPr>
            <a:xfrm>
              <a:off x="22136101" y="3723540"/>
              <a:ext cx="304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87DB3B5-4D4E-E3F0-A104-2BA8BF3AE3B3}"/>
                </a:ext>
              </a:extLst>
            </p:cNvPr>
            <p:cNvSpPr txBox="1"/>
            <p:nvPr/>
          </p:nvSpPr>
          <p:spPr>
            <a:xfrm>
              <a:off x="14706601" y="1989990"/>
              <a:ext cx="2505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Function 2: Function Name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CF6DA85-2D89-9F21-51D6-D119F86A0A02}"/>
                </a:ext>
              </a:extLst>
            </p:cNvPr>
            <p:cNvCxnSpPr/>
            <p:nvPr/>
          </p:nvCxnSpPr>
          <p:spPr>
            <a:xfrm flipH="1" flipV="1">
              <a:off x="13463196" y="1264614"/>
              <a:ext cx="1274448" cy="782080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arrow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34">
              <a:extLst>
                <a:ext uri="{FF2B5EF4-FFF2-40B4-BE49-F238E27FC236}">
                  <a16:creationId xmlns:a16="http://schemas.microsoft.com/office/drawing/2014/main" id="{656401C6-56FE-433F-06A9-20C29D13D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1201" y="5083265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1600" b="1" dirty="0"/>
                <a:t>IT</a:t>
              </a:r>
            </a:p>
          </p:txBody>
        </p:sp>
        <p:sp>
          <p:nvSpPr>
            <p:cNvPr id="47" name="Oval 34">
              <a:extLst>
                <a:ext uri="{FF2B5EF4-FFF2-40B4-BE49-F238E27FC236}">
                  <a16:creationId xmlns:a16="http://schemas.microsoft.com/office/drawing/2014/main" id="{B81893CE-76C3-BED9-96C4-55B55C1F6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2801" y="50854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1600" b="1" dirty="0"/>
                <a:t>IT</a:t>
              </a:r>
            </a:p>
          </p:txBody>
        </p:sp>
        <p:cxnSp>
          <p:nvCxnSpPr>
            <p:cNvPr id="48" name="Shape 103">
              <a:extLst>
                <a:ext uri="{FF2B5EF4-FFF2-40B4-BE49-F238E27FC236}">
                  <a16:creationId xmlns:a16="http://schemas.microsoft.com/office/drawing/2014/main" id="{FB758162-B1D7-9F7D-553D-79F23ABBAF9E}"/>
                </a:ext>
              </a:extLst>
            </p:cNvPr>
            <p:cNvCxnSpPr>
              <a:stCxn id="46" idx="0"/>
              <a:endCxn id="47" idx="0"/>
            </p:cNvCxnSpPr>
            <p:nvPr/>
          </p:nvCxnSpPr>
          <p:spPr>
            <a:xfrm rot="16200000" flipH="1" flipV="1">
              <a:off x="20077588" y="3865177"/>
              <a:ext cx="2225" cy="2438400"/>
            </a:xfrm>
            <a:prstGeom prst="bentConnector3">
              <a:avLst>
                <a:gd name="adj1" fmla="val -1454391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hape 101">
              <a:extLst>
                <a:ext uri="{FF2B5EF4-FFF2-40B4-BE49-F238E27FC236}">
                  <a16:creationId xmlns:a16="http://schemas.microsoft.com/office/drawing/2014/main" id="{643827B6-80EE-21F4-035E-4C9D858DDEAE}"/>
                </a:ext>
              </a:extLst>
            </p:cNvPr>
            <p:cNvCxnSpPr>
              <a:stCxn id="47" idx="6"/>
            </p:cNvCxnSpPr>
            <p:nvPr/>
          </p:nvCxnSpPr>
          <p:spPr>
            <a:xfrm flipV="1">
              <a:off x="19126201" y="5349965"/>
              <a:ext cx="266700" cy="222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hape 101">
              <a:extLst>
                <a:ext uri="{FF2B5EF4-FFF2-40B4-BE49-F238E27FC236}">
                  <a16:creationId xmlns:a16="http://schemas.microsoft.com/office/drawing/2014/main" id="{0D4FFDA4-6F0E-CB2E-D36E-2E2D50838512}"/>
                </a:ext>
              </a:extLst>
            </p:cNvPr>
            <p:cNvCxnSpPr/>
            <p:nvPr/>
          </p:nvCxnSpPr>
          <p:spPr>
            <a:xfrm>
              <a:off x="20669251" y="5349966"/>
              <a:ext cx="361950" cy="222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0C3D3311-8847-BDEC-14A6-18FF492D024A}"/>
                </a:ext>
              </a:extLst>
            </p:cNvPr>
            <p:cNvSpPr/>
            <p:nvPr/>
          </p:nvSpPr>
          <p:spPr>
            <a:xfrm>
              <a:off x="16264680" y="4656214"/>
              <a:ext cx="1301672" cy="720994"/>
            </a:xfrm>
            <a:prstGeom prst="roundRect">
              <a:avLst>
                <a:gd name="adj" fmla="val 3478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Data / Resource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46E2AB7-D2F8-FC63-2ABE-96BE9DA635E2}"/>
                </a:ext>
              </a:extLst>
            </p:cNvPr>
            <p:cNvCxnSpPr>
              <a:stCxn id="51" idx="0"/>
              <a:endCxn id="2062" idx="2"/>
            </p:cNvCxnSpPr>
            <p:nvPr/>
          </p:nvCxnSpPr>
          <p:spPr>
            <a:xfrm flipV="1">
              <a:off x="16915516" y="4123590"/>
              <a:ext cx="153285" cy="53262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4" name="TextBox 2063">
            <a:extLst>
              <a:ext uri="{FF2B5EF4-FFF2-40B4-BE49-F238E27FC236}">
                <a16:creationId xmlns:a16="http://schemas.microsoft.com/office/drawing/2014/main" id="{E7CE0468-1DF6-3F23-E922-F7A42259802E}"/>
              </a:ext>
            </a:extLst>
          </p:cNvPr>
          <p:cNvSpPr txBox="1"/>
          <p:nvPr/>
        </p:nvSpPr>
        <p:spPr>
          <a:xfrm>
            <a:off x="5420537" y="14255763"/>
            <a:ext cx="2290951" cy="1446520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Data Information 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Block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(Data Bubbles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for EFFBD)</a:t>
            </a:r>
          </a:p>
          <a:p>
            <a:pPr algn="ctr"/>
            <a:endParaRPr lang="en-US" sz="2000" b="1" dirty="0">
              <a:solidFill>
                <a:srgbClr val="00B0F0"/>
              </a:solidFill>
            </a:endParaRPr>
          </a:p>
        </p:txBody>
      </p:sp>
      <p:cxnSp>
        <p:nvCxnSpPr>
          <p:cNvPr id="2065" name="Straight Arrow Connector 2064">
            <a:extLst>
              <a:ext uri="{FF2B5EF4-FFF2-40B4-BE49-F238E27FC236}">
                <a16:creationId xmlns:a16="http://schemas.microsoft.com/office/drawing/2014/main" id="{65C3BF74-8B28-E1D2-2516-05FA39C964A6}"/>
              </a:ext>
            </a:extLst>
          </p:cNvPr>
          <p:cNvCxnSpPr>
            <a:endCxn id="2064" idx="0"/>
          </p:cNvCxnSpPr>
          <p:nvPr/>
        </p:nvCxnSpPr>
        <p:spPr>
          <a:xfrm flipH="1">
            <a:off x="6566013" y="12960431"/>
            <a:ext cx="68265" cy="1295332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6" name="TextBox 2065">
            <a:extLst>
              <a:ext uri="{FF2B5EF4-FFF2-40B4-BE49-F238E27FC236}">
                <a16:creationId xmlns:a16="http://schemas.microsoft.com/office/drawing/2014/main" id="{6532A962-5285-B1C3-9C02-FCF15559254D}"/>
              </a:ext>
            </a:extLst>
          </p:cNvPr>
          <p:cNvSpPr txBox="1"/>
          <p:nvPr/>
        </p:nvSpPr>
        <p:spPr>
          <a:xfrm>
            <a:off x="2677465" y="13789299"/>
            <a:ext cx="3313323" cy="1015632"/>
          </a:xfrm>
          <a:prstGeom prst="rect">
            <a:avLst/>
          </a:prstGeom>
          <a:noFill/>
        </p:spPr>
        <p:txBody>
          <a:bodyPr wrap="square" lIns="91410" tIns="45705" rIns="91410" bIns="45705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Title of Referenced FFBD or Functional Block</a:t>
            </a:r>
          </a:p>
          <a:p>
            <a:endParaRPr lang="en-US" sz="2000" b="1" dirty="0">
              <a:solidFill>
                <a:srgbClr val="00B0F0"/>
              </a:solidFill>
            </a:endParaRPr>
          </a:p>
        </p:txBody>
      </p:sp>
      <p:cxnSp>
        <p:nvCxnSpPr>
          <p:cNvPr id="2067" name="Straight Arrow Connector 2066">
            <a:extLst>
              <a:ext uri="{FF2B5EF4-FFF2-40B4-BE49-F238E27FC236}">
                <a16:creationId xmlns:a16="http://schemas.microsoft.com/office/drawing/2014/main" id="{39D4160B-DAC1-5183-BDC5-D5FDA3A75F8E}"/>
              </a:ext>
            </a:extLst>
          </p:cNvPr>
          <p:cNvCxnSpPr>
            <a:endCxn id="10" idx="0"/>
          </p:cNvCxnSpPr>
          <p:nvPr/>
        </p:nvCxnSpPr>
        <p:spPr>
          <a:xfrm>
            <a:off x="11014748" y="11019098"/>
            <a:ext cx="1835160" cy="2916683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8" name="Straight Arrow Connector 2067">
            <a:extLst>
              <a:ext uri="{FF2B5EF4-FFF2-40B4-BE49-F238E27FC236}">
                <a16:creationId xmlns:a16="http://schemas.microsoft.com/office/drawing/2014/main" id="{2DD31AF6-3789-AC40-9512-11C226A8B807}"/>
              </a:ext>
            </a:extLst>
          </p:cNvPr>
          <p:cNvCxnSpPr/>
          <p:nvPr/>
        </p:nvCxnSpPr>
        <p:spPr>
          <a:xfrm>
            <a:off x="5842240" y="11249613"/>
            <a:ext cx="3048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Straight Arrow Connector 2068">
            <a:extLst>
              <a:ext uri="{FF2B5EF4-FFF2-40B4-BE49-F238E27FC236}">
                <a16:creationId xmlns:a16="http://schemas.microsoft.com/office/drawing/2014/main" id="{E5A4F856-5251-FE69-27FA-BE9E96D1EA3C}"/>
              </a:ext>
            </a:extLst>
          </p:cNvPr>
          <p:cNvCxnSpPr/>
          <p:nvPr/>
        </p:nvCxnSpPr>
        <p:spPr>
          <a:xfrm flipH="1" flipV="1">
            <a:off x="6712095" y="8910954"/>
            <a:ext cx="846009" cy="2302440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Straight Arrow Connector 2069">
            <a:extLst>
              <a:ext uri="{FF2B5EF4-FFF2-40B4-BE49-F238E27FC236}">
                <a16:creationId xmlns:a16="http://schemas.microsoft.com/office/drawing/2014/main" id="{57FAB302-5AFA-23B9-B86F-8D9B1FC26113}"/>
              </a:ext>
            </a:extLst>
          </p:cNvPr>
          <p:cNvCxnSpPr>
            <a:endCxn id="2066" idx="0"/>
          </p:cNvCxnSpPr>
          <p:nvPr/>
        </p:nvCxnSpPr>
        <p:spPr>
          <a:xfrm flipH="1">
            <a:off x="4334127" y="11462008"/>
            <a:ext cx="852735" cy="2327291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1" name="TextBox 2070">
            <a:extLst>
              <a:ext uri="{FF2B5EF4-FFF2-40B4-BE49-F238E27FC236}">
                <a16:creationId xmlns:a16="http://schemas.microsoft.com/office/drawing/2014/main" id="{4EA07D36-C044-102B-DD55-D2ACAD917ABC}"/>
              </a:ext>
            </a:extLst>
          </p:cNvPr>
          <p:cNvSpPr txBox="1"/>
          <p:nvPr/>
        </p:nvSpPr>
        <p:spPr>
          <a:xfrm>
            <a:off x="7377608" y="13809677"/>
            <a:ext cx="2290951" cy="1231076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Data Information 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Block Arrow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(Diagonal)</a:t>
            </a:r>
          </a:p>
          <a:p>
            <a:pPr algn="ctr"/>
            <a:endParaRPr lang="en-US" sz="2000" b="1" dirty="0">
              <a:solidFill>
                <a:srgbClr val="00B0F0"/>
              </a:solidFill>
            </a:endParaRPr>
          </a:p>
        </p:txBody>
      </p:sp>
      <p:cxnSp>
        <p:nvCxnSpPr>
          <p:cNvPr id="2072" name="Straight Arrow Connector 2071">
            <a:extLst>
              <a:ext uri="{FF2B5EF4-FFF2-40B4-BE49-F238E27FC236}">
                <a16:creationId xmlns:a16="http://schemas.microsoft.com/office/drawing/2014/main" id="{4527D536-650E-79B3-FF00-A94AA36C041A}"/>
              </a:ext>
            </a:extLst>
          </p:cNvPr>
          <p:cNvCxnSpPr>
            <a:endCxn id="13" idx="2"/>
          </p:cNvCxnSpPr>
          <p:nvPr/>
        </p:nvCxnSpPr>
        <p:spPr>
          <a:xfrm flipV="1">
            <a:off x="9810492" y="9371731"/>
            <a:ext cx="392197" cy="827092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3" name="Straight Arrow Connector 2072">
            <a:extLst>
              <a:ext uri="{FF2B5EF4-FFF2-40B4-BE49-F238E27FC236}">
                <a16:creationId xmlns:a16="http://schemas.microsoft.com/office/drawing/2014/main" id="{FC655372-1EBC-1E33-541F-46DC1E47853F}"/>
              </a:ext>
            </a:extLst>
          </p:cNvPr>
          <p:cNvCxnSpPr>
            <a:endCxn id="12" idx="2"/>
          </p:cNvCxnSpPr>
          <p:nvPr/>
        </p:nvCxnSpPr>
        <p:spPr>
          <a:xfrm flipV="1">
            <a:off x="10409003" y="9120425"/>
            <a:ext cx="1445860" cy="964364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Straight Arrow Connector 2073">
            <a:extLst>
              <a:ext uri="{FF2B5EF4-FFF2-40B4-BE49-F238E27FC236}">
                <a16:creationId xmlns:a16="http://schemas.microsoft.com/office/drawing/2014/main" id="{BF0047D0-0757-095F-B4E6-7E52A2E8789B}"/>
              </a:ext>
            </a:extLst>
          </p:cNvPr>
          <p:cNvCxnSpPr/>
          <p:nvPr/>
        </p:nvCxnSpPr>
        <p:spPr>
          <a:xfrm flipV="1">
            <a:off x="11983900" y="9347078"/>
            <a:ext cx="1028259" cy="1883032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Straight Arrow Connector 2074">
            <a:extLst>
              <a:ext uri="{FF2B5EF4-FFF2-40B4-BE49-F238E27FC236}">
                <a16:creationId xmlns:a16="http://schemas.microsoft.com/office/drawing/2014/main" id="{EAA05549-A819-0529-4352-B3523A884E80}"/>
              </a:ext>
            </a:extLst>
          </p:cNvPr>
          <p:cNvCxnSpPr>
            <a:endCxn id="2071" idx="0"/>
          </p:cNvCxnSpPr>
          <p:nvPr/>
        </p:nvCxnSpPr>
        <p:spPr>
          <a:xfrm>
            <a:off x="6712095" y="11969872"/>
            <a:ext cx="1810989" cy="1839805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6" name="Straight Arrow Connector 2075">
            <a:extLst>
              <a:ext uri="{FF2B5EF4-FFF2-40B4-BE49-F238E27FC236}">
                <a16:creationId xmlns:a16="http://schemas.microsoft.com/office/drawing/2014/main" id="{5C83C313-91BE-ED0B-06B1-A2A46FBD5727}"/>
              </a:ext>
            </a:extLst>
          </p:cNvPr>
          <p:cNvCxnSpPr>
            <a:endCxn id="21" idx="0"/>
          </p:cNvCxnSpPr>
          <p:nvPr/>
        </p:nvCxnSpPr>
        <p:spPr>
          <a:xfrm>
            <a:off x="10007897" y="12271398"/>
            <a:ext cx="701412" cy="1614604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Straight Arrow Connector 2076">
            <a:extLst>
              <a:ext uri="{FF2B5EF4-FFF2-40B4-BE49-F238E27FC236}">
                <a16:creationId xmlns:a16="http://schemas.microsoft.com/office/drawing/2014/main" id="{3775C7A3-AC92-0F87-5ABA-7C31D94276BF}"/>
              </a:ext>
            </a:extLst>
          </p:cNvPr>
          <p:cNvCxnSpPr>
            <a:endCxn id="10" idx="0"/>
          </p:cNvCxnSpPr>
          <p:nvPr/>
        </p:nvCxnSpPr>
        <p:spPr>
          <a:xfrm>
            <a:off x="11205248" y="13121773"/>
            <a:ext cx="1644660" cy="814008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8" name="Straight Arrow Connector 2077">
            <a:extLst>
              <a:ext uri="{FF2B5EF4-FFF2-40B4-BE49-F238E27FC236}">
                <a16:creationId xmlns:a16="http://schemas.microsoft.com/office/drawing/2014/main" id="{9896D06F-9FD1-A44E-12B6-E672E7943B97}"/>
              </a:ext>
            </a:extLst>
          </p:cNvPr>
          <p:cNvCxnSpPr>
            <a:endCxn id="9" idx="2"/>
          </p:cNvCxnSpPr>
          <p:nvPr/>
        </p:nvCxnSpPr>
        <p:spPr>
          <a:xfrm flipH="1" flipV="1">
            <a:off x="8293947" y="9210239"/>
            <a:ext cx="901535" cy="512590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9" name="TextBox 2078">
            <a:extLst>
              <a:ext uri="{FF2B5EF4-FFF2-40B4-BE49-F238E27FC236}">
                <a16:creationId xmlns:a16="http://schemas.microsoft.com/office/drawing/2014/main" id="{5E0B588A-43B0-8EF4-6FE2-BECC70DB9B4E}"/>
              </a:ext>
            </a:extLst>
          </p:cNvPr>
          <p:cNvSpPr txBox="1"/>
          <p:nvPr/>
        </p:nvSpPr>
        <p:spPr>
          <a:xfrm>
            <a:off x="7891174" y="10562341"/>
            <a:ext cx="522593" cy="307746"/>
          </a:xfrm>
          <a:prstGeom prst="rect">
            <a:avLst/>
          </a:prstGeom>
          <a:noFill/>
        </p:spPr>
        <p:txBody>
          <a:bodyPr wrap="none" lIns="91410" tIns="45705" rIns="91410" bIns="45705" rtlCol="0">
            <a:spAutoFit/>
          </a:bodyPr>
          <a:lstStyle/>
          <a:p>
            <a:r>
              <a:rPr lang="en-US" sz="1400" i="1" dirty="0"/>
              <a:t>x&gt;5</a:t>
            </a:r>
          </a:p>
        </p:txBody>
      </p:sp>
      <p:cxnSp>
        <p:nvCxnSpPr>
          <p:cNvPr id="2080" name="Straight Arrow Connector 2079">
            <a:extLst>
              <a:ext uri="{FF2B5EF4-FFF2-40B4-BE49-F238E27FC236}">
                <a16:creationId xmlns:a16="http://schemas.microsoft.com/office/drawing/2014/main" id="{89E108F3-0702-DD16-C25E-778731636C2F}"/>
              </a:ext>
            </a:extLst>
          </p:cNvPr>
          <p:cNvCxnSpPr>
            <a:endCxn id="21" idx="0"/>
          </p:cNvCxnSpPr>
          <p:nvPr/>
        </p:nvCxnSpPr>
        <p:spPr>
          <a:xfrm>
            <a:off x="8179441" y="10888131"/>
            <a:ext cx="2529868" cy="2997871"/>
          </a:xfrm>
          <a:prstGeom prst="straightConnector1">
            <a:avLst/>
          </a:prstGeom>
          <a:ln w="38100">
            <a:solidFill>
              <a:srgbClr val="0070C0"/>
            </a:solidFill>
            <a:headEnd type="arrow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1" name="Oval 34">
            <a:extLst>
              <a:ext uri="{FF2B5EF4-FFF2-40B4-BE49-F238E27FC236}">
                <a16:creationId xmlns:a16="http://schemas.microsoft.com/office/drawing/2014/main" id="{D8C99839-A665-5373-0092-30B02E551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3620" y="9848704"/>
            <a:ext cx="533400" cy="533400"/>
          </a:xfrm>
          <a:prstGeom prst="ellipse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342787" indent="-342787" algn="ctr"/>
            <a:r>
              <a:rPr lang="en-US" sz="1600" b="1" dirty="0"/>
              <a:t>OR</a:t>
            </a:r>
          </a:p>
        </p:txBody>
      </p:sp>
      <p:sp>
        <p:nvSpPr>
          <p:cNvPr id="2082" name="Oval 34">
            <a:extLst>
              <a:ext uri="{FF2B5EF4-FFF2-40B4-BE49-F238E27FC236}">
                <a16:creationId xmlns:a16="http://schemas.microsoft.com/office/drawing/2014/main" id="{177E136D-89F7-9619-24F2-173973FB3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8294" y="9839257"/>
            <a:ext cx="533400" cy="533400"/>
          </a:xfrm>
          <a:prstGeom prst="ellipse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342787" indent="-342787" algn="ctr"/>
            <a:r>
              <a:rPr lang="en-US" sz="1600" b="1"/>
              <a:t>AND</a:t>
            </a:r>
          </a:p>
        </p:txBody>
      </p:sp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2E6374AB-F65B-B826-61C7-839271BDA04E}"/>
              </a:ext>
            </a:extLst>
          </p:cNvPr>
          <p:cNvGrpSpPr/>
          <p:nvPr/>
        </p:nvGrpSpPr>
        <p:grpSpPr>
          <a:xfrm>
            <a:off x="15702646" y="11902595"/>
            <a:ext cx="1295400" cy="1019175"/>
            <a:chOff x="2133600" y="1952625"/>
            <a:chExt cx="1485900" cy="1019175"/>
          </a:xfrm>
        </p:grpSpPr>
        <p:grpSp>
          <p:nvGrpSpPr>
            <p:cNvPr id="2084" name="Group 2083">
              <a:extLst>
                <a:ext uri="{FF2B5EF4-FFF2-40B4-BE49-F238E27FC236}">
                  <a16:creationId xmlns:a16="http://schemas.microsoft.com/office/drawing/2014/main" id="{AED8DD93-4D85-AFD3-772B-ED7F11C77579}"/>
                </a:ext>
              </a:extLst>
            </p:cNvPr>
            <p:cNvGrpSpPr/>
            <p:nvPr/>
          </p:nvGrpSpPr>
          <p:grpSpPr>
            <a:xfrm>
              <a:off x="2133600" y="1981200"/>
              <a:ext cx="1485900" cy="990600"/>
              <a:chOff x="1981200" y="1143000"/>
              <a:chExt cx="990600" cy="660400"/>
            </a:xfrm>
          </p:grpSpPr>
          <p:sp>
            <p:nvSpPr>
              <p:cNvPr id="2087" name="Rectangle 2086">
                <a:extLst>
                  <a:ext uri="{FF2B5EF4-FFF2-40B4-BE49-F238E27FC236}">
                    <a16:creationId xmlns:a16="http://schemas.microsoft.com/office/drawing/2014/main" id="{914CEE88-A6D7-C757-C9FF-4B6EEAF13BA7}"/>
                  </a:ext>
                </a:extLst>
              </p:cNvPr>
              <p:cNvSpPr/>
              <p:nvPr/>
            </p:nvSpPr>
            <p:spPr>
              <a:xfrm>
                <a:off x="1981200" y="1143000"/>
                <a:ext cx="990600" cy="660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8" name="Rectangle 2087">
                <a:extLst>
                  <a:ext uri="{FF2B5EF4-FFF2-40B4-BE49-F238E27FC236}">
                    <a16:creationId xmlns:a16="http://schemas.microsoft.com/office/drawing/2014/main" id="{8E556699-AB35-B524-614B-800586DD913E}"/>
                  </a:ext>
                </a:extLst>
              </p:cNvPr>
              <p:cNvSpPr/>
              <p:nvPr/>
            </p:nvSpPr>
            <p:spPr>
              <a:xfrm>
                <a:off x="1981200" y="1143000"/>
                <a:ext cx="990600" cy="203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85" name="TextBox 2084">
              <a:extLst>
                <a:ext uri="{FF2B5EF4-FFF2-40B4-BE49-F238E27FC236}">
                  <a16:creationId xmlns:a16="http://schemas.microsoft.com/office/drawing/2014/main" id="{2788E588-D8E0-29F8-CDA5-C6278F36D2A9}"/>
                </a:ext>
              </a:extLst>
            </p:cNvPr>
            <p:cNvSpPr txBox="1"/>
            <p:nvPr/>
          </p:nvSpPr>
          <p:spPr>
            <a:xfrm>
              <a:off x="2133600" y="1952625"/>
              <a:ext cx="5078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F.#</a:t>
              </a:r>
            </a:p>
          </p:txBody>
        </p:sp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C138AC3C-2EF8-97CF-45AA-9FD64BCA8695}"/>
                </a:ext>
              </a:extLst>
            </p:cNvPr>
            <p:cNvSpPr txBox="1"/>
            <p:nvPr/>
          </p:nvSpPr>
          <p:spPr>
            <a:xfrm>
              <a:off x="2133600" y="2364343"/>
              <a:ext cx="1485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Function Name</a:t>
              </a:r>
            </a:p>
          </p:txBody>
        </p:sp>
      </p:grpSp>
      <p:grpSp>
        <p:nvGrpSpPr>
          <p:cNvPr id="2089" name="Group 2088">
            <a:extLst>
              <a:ext uri="{FF2B5EF4-FFF2-40B4-BE49-F238E27FC236}">
                <a16:creationId xmlns:a16="http://schemas.microsoft.com/office/drawing/2014/main" id="{76FD4C31-36A2-0933-9639-A4EC6ED00FC7}"/>
              </a:ext>
            </a:extLst>
          </p:cNvPr>
          <p:cNvGrpSpPr/>
          <p:nvPr/>
        </p:nvGrpSpPr>
        <p:grpSpPr>
          <a:xfrm>
            <a:off x="15702646" y="10619878"/>
            <a:ext cx="1295400" cy="1219200"/>
            <a:chOff x="533400" y="2286000"/>
            <a:chExt cx="1295400" cy="1219200"/>
          </a:xfrm>
        </p:grpSpPr>
        <p:sp>
          <p:nvSpPr>
            <p:cNvPr id="2090" name="Rectangle 2089">
              <a:extLst>
                <a:ext uri="{FF2B5EF4-FFF2-40B4-BE49-F238E27FC236}">
                  <a16:creationId xmlns:a16="http://schemas.microsoft.com/office/drawing/2014/main" id="{19AC96E4-16D7-8728-8B82-18B8BF76C035}"/>
                </a:ext>
              </a:extLst>
            </p:cNvPr>
            <p:cNvSpPr/>
            <p:nvPr/>
          </p:nvSpPr>
          <p:spPr>
            <a:xfrm>
              <a:off x="533400" y="2390775"/>
              <a:ext cx="1295400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1" name="Rectangle 2090">
              <a:extLst>
                <a:ext uri="{FF2B5EF4-FFF2-40B4-BE49-F238E27FC236}">
                  <a16:creationId xmlns:a16="http://schemas.microsoft.com/office/drawing/2014/main" id="{CA1E2CB6-FE9C-8DAD-BD07-4F29FD5E2B24}"/>
                </a:ext>
              </a:extLst>
            </p:cNvPr>
            <p:cNvSpPr/>
            <p:nvPr/>
          </p:nvSpPr>
          <p:spPr>
            <a:xfrm>
              <a:off x="762000" y="2286000"/>
              <a:ext cx="838200" cy="121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2" name="TextBox 2091">
              <a:extLst>
                <a:ext uri="{FF2B5EF4-FFF2-40B4-BE49-F238E27FC236}">
                  <a16:creationId xmlns:a16="http://schemas.microsoft.com/office/drawing/2014/main" id="{ABEED808-5DD4-556E-AE9F-32B9F6E845FA}"/>
                </a:ext>
              </a:extLst>
            </p:cNvPr>
            <p:cNvSpPr txBox="1"/>
            <p:nvPr/>
          </p:nvSpPr>
          <p:spPr>
            <a:xfrm>
              <a:off x="533400" y="2735818"/>
              <a:ext cx="1295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F.# Ref</a:t>
              </a:r>
            </a:p>
          </p:txBody>
        </p:sp>
      </p:grpSp>
      <p:cxnSp>
        <p:nvCxnSpPr>
          <p:cNvPr id="2093" name="Straight Arrow Connector 2092">
            <a:extLst>
              <a:ext uri="{FF2B5EF4-FFF2-40B4-BE49-F238E27FC236}">
                <a16:creationId xmlns:a16="http://schemas.microsoft.com/office/drawing/2014/main" id="{D29B50B5-BB5A-A1CB-8F4F-B7BC9D0FC434}"/>
              </a:ext>
            </a:extLst>
          </p:cNvPr>
          <p:cNvCxnSpPr/>
          <p:nvPr/>
        </p:nvCxnSpPr>
        <p:spPr>
          <a:xfrm>
            <a:off x="15859279" y="9188433"/>
            <a:ext cx="3048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4" name="Shape 105">
            <a:extLst>
              <a:ext uri="{FF2B5EF4-FFF2-40B4-BE49-F238E27FC236}">
                <a16:creationId xmlns:a16="http://schemas.microsoft.com/office/drawing/2014/main" id="{8DE26885-407C-324E-C98F-EC1312898AC8}"/>
              </a:ext>
            </a:extLst>
          </p:cNvPr>
          <p:cNvCxnSpPr/>
          <p:nvPr/>
        </p:nvCxnSpPr>
        <p:spPr>
          <a:xfrm rot="5400000" flipH="1" flipV="1">
            <a:off x="17417146" y="9174974"/>
            <a:ext cx="381000" cy="419100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Straight Arrow Connector 2094">
            <a:extLst>
              <a:ext uri="{FF2B5EF4-FFF2-40B4-BE49-F238E27FC236}">
                <a16:creationId xmlns:a16="http://schemas.microsoft.com/office/drawing/2014/main" id="{2C355267-382C-507C-95FB-2501D43E9D9E}"/>
              </a:ext>
            </a:extLst>
          </p:cNvPr>
          <p:cNvCxnSpPr/>
          <p:nvPr/>
        </p:nvCxnSpPr>
        <p:spPr>
          <a:xfrm>
            <a:off x="15845521" y="9575024"/>
            <a:ext cx="30480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6" name="TextBox 2095">
            <a:extLst>
              <a:ext uri="{FF2B5EF4-FFF2-40B4-BE49-F238E27FC236}">
                <a16:creationId xmlns:a16="http://schemas.microsoft.com/office/drawing/2014/main" id="{D9223DBE-B6E8-5CC3-4700-23BD1F1E3FD5}"/>
              </a:ext>
            </a:extLst>
          </p:cNvPr>
          <p:cNvSpPr txBox="1"/>
          <p:nvPr/>
        </p:nvSpPr>
        <p:spPr>
          <a:xfrm>
            <a:off x="15645423" y="13870963"/>
            <a:ext cx="24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Function #: Function Name</a:t>
            </a:r>
          </a:p>
        </p:txBody>
      </p:sp>
      <p:sp>
        <p:nvSpPr>
          <p:cNvPr id="2097" name="Oval 34">
            <a:extLst>
              <a:ext uri="{FF2B5EF4-FFF2-40B4-BE49-F238E27FC236}">
                <a16:creationId xmlns:a16="http://schemas.microsoft.com/office/drawing/2014/main" id="{C5008C24-684C-232E-16C2-11CFB4B11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8348" y="9839257"/>
            <a:ext cx="533400" cy="533400"/>
          </a:xfrm>
          <a:prstGeom prst="ellipse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342787" indent="-342787" algn="ctr"/>
            <a:r>
              <a:rPr lang="en-US" sz="1600" b="1" dirty="0"/>
              <a:t>IT</a:t>
            </a:r>
          </a:p>
        </p:txBody>
      </p:sp>
      <p:cxnSp>
        <p:nvCxnSpPr>
          <p:cNvPr id="2098" name="Shape 105">
            <a:extLst>
              <a:ext uri="{FF2B5EF4-FFF2-40B4-BE49-F238E27FC236}">
                <a16:creationId xmlns:a16="http://schemas.microsoft.com/office/drawing/2014/main" id="{6EE22454-D3BB-6C43-A6BA-0E83270ADBE6}"/>
              </a:ext>
            </a:extLst>
          </p:cNvPr>
          <p:cNvCxnSpPr/>
          <p:nvPr/>
        </p:nvCxnSpPr>
        <p:spPr>
          <a:xfrm rot="5400000" flipH="1" flipV="1">
            <a:off x="16731347" y="9174974"/>
            <a:ext cx="381000" cy="419100"/>
          </a:xfrm>
          <a:prstGeom prst="bentConnector2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9" name="Shape 164">
            <a:extLst>
              <a:ext uri="{FF2B5EF4-FFF2-40B4-BE49-F238E27FC236}">
                <a16:creationId xmlns:a16="http://schemas.microsoft.com/office/drawing/2014/main" id="{F8F1A0AD-4F1F-586B-398E-B6DC07911979}"/>
              </a:ext>
            </a:extLst>
          </p:cNvPr>
          <p:cNvSpPr txBox="1"/>
          <p:nvPr/>
        </p:nvSpPr>
        <p:spPr>
          <a:xfrm>
            <a:off x="19829825" y="10201764"/>
            <a:ext cx="4940622" cy="15349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FFBD / EFFBD Template – Example Components for you to Re-use</a:t>
            </a:r>
          </a:p>
        </p:txBody>
      </p:sp>
      <p:sp>
        <p:nvSpPr>
          <p:cNvPr id="2100" name="Right Brace 2099">
            <a:extLst>
              <a:ext uri="{FF2B5EF4-FFF2-40B4-BE49-F238E27FC236}">
                <a16:creationId xmlns:a16="http://schemas.microsoft.com/office/drawing/2014/main" id="{79FFE943-EC35-156F-2F92-0135C0B57B1E}"/>
              </a:ext>
            </a:extLst>
          </p:cNvPr>
          <p:cNvSpPr/>
          <p:nvPr/>
        </p:nvSpPr>
        <p:spPr>
          <a:xfrm>
            <a:off x="18869696" y="9150333"/>
            <a:ext cx="731354" cy="5028406"/>
          </a:xfrm>
          <a:prstGeom prst="rightBrace">
            <a:avLst>
              <a:gd name="adj1" fmla="val 34381"/>
              <a:gd name="adj2" fmla="val 40923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1" name="Rounded Rectangle 2100">
            <a:extLst>
              <a:ext uri="{FF2B5EF4-FFF2-40B4-BE49-F238E27FC236}">
                <a16:creationId xmlns:a16="http://schemas.microsoft.com/office/drawing/2014/main" id="{678F299D-0B48-703C-F737-ECDE33DC76B9}"/>
              </a:ext>
            </a:extLst>
          </p:cNvPr>
          <p:cNvSpPr/>
          <p:nvPr/>
        </p:nvSpPr>
        <p:spPr>
          <a:xfrm>
            <a:off x="15698008" y="13058962"/>
            <a:ext cx="1301672" cy="720994"/>
          </a:xfrm>
          <a:prstGeom prst="roundRect">
            <a:avLst>
              <a:gd name="adj" fmla="val 347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 / Resource</a:t>
            </a:r>
          </a:p>
        </p:txBody>
      </p:sp>
      <p:cxnSp>
        <p:nvCxnSpPr>
          <p:cNvPr id="2102" name="Straight Arrow Connector 2101">
            <a:extLst>
              <a:ext uri="{FF2B5EF4-FFF2-40B4-BE49-F238E27FC236}">
                <a16:creationId xmlns:a16="http://schemas.microsoft.com/office/drawing/2014/main" id="{1FBC2F1D-E1FF-9A5A-5253-9D6F123ECFE0}"/>
              </a:ext>
            </a:extLst>
          </p:cNvPr>
          <p:cNvCxnSpPr/>
          <p:nvPr/>
        </p:nvCxnSpPr>
        <p:spPr>
          <a:xfrm flipV="1">
            <a:off x="18047765" y="9150333"/>
            <a:ext cx="269306" cy="475474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03" name="Group 2102">
            <a:extLst>
              <a:ext uri="{FF2B5EF4-FFF2-40B4-BE49-F238E27FC236}">
                <a16:creationId xmlns:a16="http://schemas.microsoft.com/office/drawing/2014/main" id="{497E8DEF-F12B-89D0-C198-A376E76D6409}"/>
              </a:ext>
            </a:extLst>
          </p:cNvPr>
          <p:cNvGrpSpPr/>
          <p:nvPr/>
        </p:nvGrpSpPr>
        <p:grpSpPr>
          <a:xfrm>
            <a:off x="17131397" y="11916362"/>
            <a:ext cx="1966899" cy="1005407"/>
            <a:chOff x="2133600" y="1952625"/>
            <a:chExt cx="1485900" cy="1019175"/>
          </a:xfrm>
        </p:grpSpPr>
        <p:grpSp>
          <p:nvGrpSpPr>
            <p:cNvPr id="2104" name="Group 2103">
              <a:extLst>
                <a:ext uri="{FF2B5EF4-FFF2-40B4-BE49-F238E27FC236}">
                  <a16:creationId xmlns:a16="http://schemas.microsoft.com/office/drawing/2014/main" id="{ABF97321-DF62-B7C6-D08D-1CC6E36B9C24}"/>
                </a:ext>
              </a:extLst>
            </p:cNvPr>
            <p:cNvGrpSpPr/>
            <p:nvPr/>
          </p:nvGrpSpPr>
          <p:grpSpPr>
            <a:xfrm>
              <a:off x="2133600" y="1981200"/>
              <a:ext cx="1485900" cy="990600"/>
              <a:chOff x="1981200" y="1143000"/>
              <a:chExt cx="990600" cy="660400"/>
            </a:xfrm>
          </p:grpSpPr>
          <p:sp>
            <p:nvSpPr>
              <p:cNvPr id="2107" name="Rectangle 2106">
                <a:extLst>
                  <a:ext uri="{FF2B5EF4-FFF2-40B4-BE49-F238E27FC236}">
                    <a16:creationId xmlns:a16="http://schemas.microsoft.com/office/drawing/2014/main" id="{07F714C3-F358-5EB4-3EC1-DD654802DA20}"/>
                  </a:ext>
                </a:extLst>
              </p:cNvPr>
              <p:cNvSpPr/>
              <p:nvPr/>
            </p:nvSpPr>
            <p:spPr>
              <a:xfrm>
                <a:off x="1981200" y="1143000"/>
                <a:ext cx="990600" cy="660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8" name="Rectangle 2107">
                <a:extLst>
                  <a:ext uri="{FF2B5EF4-FFF2-40B4-BE49-F238E27FC236}">
                    <a16:creationId xmlns:a16="http://schemas.microsoft.com/office/drawing/2014/main" id="{6C721BD7-89F9-4ACF-E5F3-9FFB31B6E78F}"/>
                  </a:ext>
                </a:extLst>
              </p:cNvPr>
              <p:cNvSpPr/>
              <p:nvPr/>
            </p:nvSpPr>
            <p:spPr>
              <a:xfrm>
                <a:off x="1981200" y="1143000"/>
                <a:ext cx="990600" cy="203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05" name="TextBox 2104">
              <a:extLst>
                <a:ext uri="{FF2B5EF4-FFF2-40B4-BE49-F238E27FC236}">
                  <a16:creationId xmlns:a16="http://schemas.microsoft.com/office/drawing/2014/main" id="{22AF526F-4EAB-C3E8-BC7C-72D76698B20F}"/>
                </a:ext>
              </a:extLst>
            </p:cNvPr>
            <p:cNvSpPr txBox="1"/>
            <p:nvPr/>
          </p:nvSpPr>
          <p:spPr>
            <a:xfrm>
              <a:off x="2133600" y="1952625"/>
              <a:ext cx="335470" cy="311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F.#</a:t>
              </a:r>
            </a:p>
          </p:txBody>
        </p:sp>
        <p:sp>
          <p:nvSpPr>
            <p:cNvPr id="2106" name="TextBox 2105">
              <a:extLst>
                <a:ext uri="{FF2B5EF4-FFF2-40B4-BE49-F238E27FC236}">
                  <a16:creationId xmlns:a16="http://schemas.microsoft.com/office/drawing/2014/main" id="{35F0E2FC-F622-329B-F480-A58E8D91F210}"/>
                </a:ext>
              </a:extLst>
            </p:cNvPr>
            <p:cNvSpPr txBox="1"/>
            <p:nvPr/>
          </p:nvSpPr>
          <p:spPr>
            <a:xfrm>
              <a:off x="2133600" y="2364343"/>
              <a:ext cx="1485900" cy="311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Function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060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oter Placeholder 3">
            <a:extLst>
              <a:ext uri="{FF2B5EF4-FFF2-40B4-BE49-F238E27FC236}">
                <a16:creationId xmlns:a16="http://schemas.microsoft.com/office/drawing/2014/main" id="{2A4160B6-78A7-4E3E-9945-E35FCECC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048" y="16418561"/>
            <a:ext cx="26224993" cy="1723135"/>
          </a:xfrm>
        </p:spPr>
        <p:txBody>
          <a:bodyPr/>
          <a:lstStyle/>
          <a:p>
            <a:pPr algn="l"/>
            <a:r>
              <a:rPr lang="en-US" sz="2000" dirty="0"/>
              <a:t>© 2018 </a:t>
            </a:r>
            <a:r>
              <a:rPr lang="en-US" sz="2000" dirty="0" err="1"/>
              <a:t>eCornell</a:t>
            </a:r>
            <a:r>
              <a:rPr lang="en-US" sz="2000" dirty="0"/>
              <a:t>. All rights reserved. All other copyrights, trademarks, trade names, and logos are the sole property of their respective owners.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035485" y="5518077"/>
            <a:ext cx="14269071" cy="630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5" rIns="91410" bIns="45705" rtlCol="0" anchor="ctr"/>
          <a:lstStyle/>
          <a:p>
            <a:pPr algn="ctr"/>
            <a:endParaRPr lang="en-US" sz="1100" dirty="0"/>
          </a:p>
        </p:txBody>
      </p:sp>
      <p:sp>
        <p:nvSpPr>
          <p:cNvPr id="134" name="TextBox 133"/>
          <p:cNvSpPr txBox="1"/>
          <p:nvPr/>
        </p:nvSpPr>
        <p:spPr>
          <a:xfrm>
            <a:off x="9932508" y="10099681"/>
            <a:ext cx="1259001" cy="400079"/>
          </a:xfrm>
          <a:prstGeom prst="rect">
            <a:avLst/>
          </a:prstGeom>
          <a:noFill/>
        </p:spPr>
        <p:txBody>
          <a:bodyPr wrap="square" lIns="91410" tIns="45705" rIns="91410" bIns="45705" rtlCol="0">
            <a:spAutoFit/>
          </a:bodyPr>
          <a:lstStyle/>
          <a:p>
            <a:r>
              <a:rPr lang="en-US" sz="2000" i="1" dirty="0"/>
              <a:t>3 times</a:t>
            </a:r>
          </a:p>
        </p:txBody>
      </p:sp>
      <p:sp>
        <p:nvSpPr>
          <p:cNvPr id="135" name="Shape 164"/>
          <p:cNvSpPr txBox="1"/>
          <p:nvPr/>
        </p:nvSpPr>
        <p:spPr>
          <a:xfrm>
            <a:off x="1976695" y="1171912"/>
            <a:ext cx="21520133" cy="58477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/>
            <a:r>
              <a:rPr lang="en-US" sz="5400" b="1" dirty="0">
                <a:solidFill>
                  <a:srgbClr val="538CD5"/>
                </a:solidFill>
                <a:latin typeface="+mj-lt"/>
                <a:ea typeface="Calibri"/>
                <a:cs typeface="Calibri"/>
                <a:sym typeface="Calibri"/>
              </a:rPr>
              <a:t>FFBD / EFFBD Template </a:t>
            </a:r>
            <a:r>
              <a:rPr lang="mr-IN" sz="5400" b="1" dirty="0">
                <a:solidFill>
                  <a:srgbClr val="538CD5"/>
                </a:solidFill>
                <a:latin typeface="+mj-lt"/>
                <a:ea typeface="Calibri"/>
                <a:cs typeface="Calibri"/>
                <a:sym typeface="Calibri"/>
              </a:rPr>
              <a:t>–</a:t>
            </a:r>
            <a:r>
              <a:rPr lang="en-US" sz="5400" b="1" dirty="0">
                <a:solidFill>
                  <a:srgbClr val="538CD5"/>
                </a:solidFill>
                <a:latin typeface="+mj-lt"/>
                <a:ea typeface="Calibri"/>
                <a:cs typeface="Calibri"/>
                <a:sym typeface="Calibri"/>
              </a:rPr>
              <a:t> Starter Format</a:t>
            </a:r>
          </a:p>
        </p:txBody>
      </p:sp>
      <p:grpSp>
        <p:nvGrpSpPr>
          <p:cNvPr id="136" name="Group 135"/>
          <p:cNvGrpSpPr/>
          <p:nvPr/>
        </p:nvGrpSpPr>
        <p:grpSpPr>
          <a:xfrm>
            <a:off x="5035487" y="5632704"/>
            <a:ext cx="14105571" cy="6016097"/>
            <a:chOff x="14706601" y="1989990"/>
            <a:chExt cx="9039225" cy="3855275"/>
          </a:xfrm>
        </p:grpSpPr>
        <p:sp>
          <p:nvSpPr>
            <p:cNvPr id="137" name="Oval 34"/>
            <p:cNvSpPr>
              <a:spLocks noChangeArrowheads="1"/>
            </p:cNvSpPr>
            <p:nvPr/>
          </p:nvSpPr>
          <p:spPr bwMode="auto">
            <a:xfrm>
              <a:off x="18707101" y="29805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2400" b="1" dirty="0"/>
                <a:t>AND</a:t>
              </a:r>
            </a:p>
          </p:txBody>
        </p:sp>
        <p:sp>
          <p:nvSpPr>
            <p:cNvPr id="138" name="Oval 34"/>
            <p:cNvSpPr>
              <a:spLocks noChangeArrowheads="1"/>
            </p:cNvSpPr>
            <p:nvPr/>
          </p:nvSpPr>
          <p:spPr bwMode="auto">
            <a:xfrm>
              <a:off x="17992726" y="33996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2400" b="1" dirty="0"/>
                <a:t>OR</a:t>
              </a:r>
            </a:p>
          </p:txBody>
        </p:sp>
        <p:grpSp>
          <p:nvGrpSpPr>
            <p:cNvPr id="139" name="Group 182"/>
            <p:cNvGrpSpPr/>
            <p:nvPr/>
          </p:nvGrpSpPr>
          <p:grpSpPr>
            <a:xfrm>
              <a:off x="16421101" y="3104415"/>
              <a:ext cx="1295400" cy="1019175"/>
              <a:chOff x="2133600" y="1952625"/>
              <a:chExt cx="1485900" cy="1019175"/>
            </a:xfrm>
          </p:grpSpPr>
          <p:grpSp>
            <p:nvGrpSpPr>
              <p:cNvPr id="244" name="Group 230"/>
              <p:cNvGrpSpPr/>
              <p:nvPr/>
            </p:nvGrpSpPr>
            <p:grpSpPr>
              <a:xfrm>
                <a:off x="2133600" y="1981200"/>
                <a:ext cx="1485900" cy="990600"/>
                <a:chOff x="1981200" y="1143000"/>
                <a:chExt cx="990600" cy="660400"/>
              </a:xfrm>
            </p:grpSpPr>
            <p:sp>
              <p:nvSpPr>
                <p:cNvPr id="247" name="Rectangle 246"/>
                <p:cNvSpPr/>
                <p:nvPr/>
              </p:nvSpPr>
              <p:spPr>
                <a:xfrm>
                  <a:off x="1981200" y="1143000"/>
                  <a:ext cx="990600" cy="660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8" name="Rectangle 247"/>
                <p:cNvSpPr/>
                <p:nvPr/>
              </p:nvSpPr>
              <p:spPr>
                <a:xfrm>
                  <a:off x="1981200" y="1143000"/>
                  <a:ext cx="9906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  <p:sp>
            <p:nvSpPr>
              <p:cNvPr id="245" name="TextBox 244"/>
              <p:cNvSpPr txBox="1"/>
              <p:nvPr/>
            </p:nvSpPr>
            <p:spPr>
              <a:xfrm>
                <a:off x="2133600" y="1952625"/>
                <a:ext cx="564647" cy="256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F.2.1</a:t>
                </a:r>
              </a:p>
            </p:txBody>
          </p:sp>
          <p:sp>
            <p:nvSpPr>
              <p:cNvPr id="246" name="TextBox 245"/>
              <p:cNvSpPr txBox="1"/>
              <p:nvPr/>
            </p:nvSpPr>
            <p:spPr>
              <a:xfrm>
                <a:off x="2133600" y="2421493"/>
                <a:ext cx="1485900" cy="256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Function 21</a:t>
                </a:r>
              </a:p>
            </p:txBody>
          </p:sp>
        </p:grpSp>
        <p:grpSp>
          <p:nvGrpSpPr>
            <p:cNvPr id="140" name="Group 183"/>
            <p:cNvGrpSpPr/>
            <p:nvPr/>
          </p:nvGrpSpPr>
          <p:grpSpPr>
            <a:xfrm>
              <a:off x="19392901" y="2066190"/>
              <a:ext cx="1295400" cy="1019175"/>
              <a:chOff x="2133600" y="1952625"/>
              <a:chExt cx="1485900" cy="1019175"/>
            </a:xfrm>
          </p:grpSpPr>
          <p:grpSp>
            <p:nvGrpSpPr>
              <p:cNvPr id="238" name="Group 34"/>
              <p:cNvGrpSpPr/>
              <p:nvPr/>
            </p:nvGrpSpPr>
            <p:grpSpPr>
              <a:xfrm>
                <a:off x="2133600" y="1981200"/>
                <a:ext cx="1485900" cy="990600"/>
                <a:chOff x="1981200" y="1143000"/>
                <a:chExt cx="990600" cy="660400"/>
              </a:xfrm>
            </p:grpSpPr>
            <p:sp>
              <p:nvSpPr>
                <p:cNvPr id="242" name="Rectangle 241"/>
                <p:cNvSpPr/>
                <p:nvPr/>
              </p:nvSpPr>
              <p:spPr>
                <a:xfrm>
                  <a:off x="1981200" y="1143000"/>
                  <a:ext cx="990600" cy="660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3" name="Rectangle 242"/>
                <p:cNvSpPr/>
                <p:nvPr/>
              </p:nvSpPr>
              <p:spPr>
                <a:xfrm>
                  <a:off x="1981200" y="1143000"/>
                  <a:ext cx="9906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  <p:sp>
            <p:nvSpPr>
              <p:cNvPr id="239" name="TextBox 238"/>
              <p:cNvSpPr txBox="1"/>
              <p:nvPr/>
            </p:nvSpPr>
            <p:spPr>
              <a:xfrm>
                <a:off x="2133600" y="1952625"/>
                <a:ext cx="564647" cy="256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F.2.2</a:t>
                </a:r>
              </a:p>
            </p:txBody>
          </p:sp>
          <p:sp>
            <p:nvSpPr>
              <p:cNvPr id="241" name="TextBox 240"/>
              <p:cNvSpPr txBox="1"/>
              <p:nvPr/>
            </p:nvSpPr>
            <p:spPr>
              <a:xfrm>
                <a:off x="2133600" y="2421493"/>
                <a:ext cx="1485900" cy="256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Function 22</a:t>
                </a:r>
              </a:p>
            </p:txBody>
          </p:sp>
        </p:grpSp>
        <p:grpSp>
          <p:nvGrpSpPr>
            <p:cNvPr id="141" name="Group 184"/>
            <p:cNvGrpSpPr/>
            <p:nvPr/>
          </p:nvGrpSpPr>
          <p:grpSpPr>
            <a:xfrm>
              <a:off x="19392901" y="3437790"/>
              <a:ext cx="1295400" cy="1019175"/>
              <a:chOff x="2133600" y="1952625"/>
              <a:chExt cx="1485900" cy="1019175"/>
            </a:xfrm>
          </p:grpSpPr>
          <p:grpSp>
            <p:nvGrpSpPr>
              <p:cNvPr id="177" name="Group 34"/>
              <p:cNvGrpSpPr/>
              <p:nvPr/>
            </p:nvGrpSpPr>
            <p:grpSpPr>
              <a:xfrm>
                <a:off x="2133600" y="1981200"/>
                <a:ext cx="1485900" cy="990600"/>
                <a:chOff x="1981200" y="1143000"/>
                <a:chExt cx="990600" cy="660400"/>
              </a:xfrm>
            </p:grpSpPr>
            <p:sp>
              <p:nvSpPr>
                <p:cNvPr id="236" name="Rectangle 235"/>
                <p:cNvSpPr/>
                <p:nvPr/>
              </p:nvSpPr>
              <p:spPr>
                <a:xfrm>
                  <a:off x="1981200" y="1143000"/>
                  <a:ext cx="990600" cy="660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37" name="Rectangle 236"/>
                <p:cNvSpPr/>
                <p:nvPr/>
              </p:nvSpPr>
              <p:spPr>
                <a:xfrm>
                  <a:off x="1981200" y="1143000"/>
                  <a:ext cx="9906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  <p:sp>
            <p:nvSpPr>
              <p:cNvPr id="178" name="TextBox 177"/>
              <p:cNvSpPr txBox="1"/>
              <p:nvPr/>
            </p:nvSpPr>
            <p:spPr>
              <a:xfrm>
                <a:off x="2133600" y="1952625"/>
                <a:ext cx="564647" cy="256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F.2.3</a:t>
                </a:r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>
                <a:off x="2133600" y="2421493"/>
                <a:ext cx="1485900" cy="256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Function 23</a:t>
                </a:r>
              </a:p>
            </p:txBody>
          </p:sp>
        </p:grpSp>
        <p:grpSp>
          <p:nvGrpSpPr>
            <p:cNvPr id="142" name="Group 185"/>
            <p:cNvGrpSpPr/>
            <p:nvPr/>
          </p:nvGrpSpPr>
          <p:grpSpPr>
            <a:xfrm>
              <a:off x="14820400" y="3018690"/>
              <a:ext cx="1295901" cy="1219200"/>
              <a:chOff x="532899" y="2286000"/>
              <a:chExt cx="1295901" cy="1219200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533400" y="2390775"/>
                <a:ext cx="1295400" cy="99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762000" y="2286000"/>
                <a:ext cx="838200" cy="1219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176" name="TextBox 175"/>
              <p:cNvSpPr txBox="1"/>
              <p:nvPr/>
            </p:nvSpPr>
            <p:spPr>
              <a:xfrm>
                <a:off x="532899" y="2622875"/>
                <a:ext cx="1295400" cy="453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F.1 Ref</a:t>
                </a:r>
              </a:p>
              <a:p>
                <a:pPr algn="ctr"/>
                <a:r>
                  <a:rPr lang="en-US" sz="2000" dirty="0"/>
                  <a:t>Function 1</a:t>
                </a:r>
              </a:p>
            </p:txBody>
          </p:sp>
        </p:grpSp>
        <p:grpSp>
          <p:nvGrpSpPr>
            <p:cNvPr id="143" name="Group 186"/>
            <p:cNvGrpSpPr/>
            <p:nvPr/>
          </p:nvGrpSpPr>
          <p:grpSpPr>
            <a:xfrm>
              <a:off x="19392901" y="4826090"/>
              <a:ext cx="1295400" cy="1019175"/>
              <a:chOff x="2133600" y="1952625"/>
              <a:chExt cx="1485900" cy="1019175"/>
            </a:xfrm>
          </p:grpSpPr>
          <p:grpSp>
            <p:nvGrpSpPr>
              <p:cNvPr id="168" name="Group 34"/>
              <p:cNvGrpSpPr/>
              <p:nvPr/>
            </p:nvGrpSpPr>
            <p:grpSpPr>
              <a:xfrm>
                <a:off x="2133600" y="1981200"/>
                <a:ext cx="1485900" cy="990600"/>
                <a:chOff x="1981200" y="1143000"/>
                <a:chExt cx="990600" cy="660400"/>
              </a:xfrm>
            </p:grpSpPr>
            <p:sp>
              <p:nvSpPr>
                <p:cNvPr id="171" name="Rectangle 170"/>
                <p:cNvSpPr/>
                <p:nvPr/>
              </p:nvSpPr>
              <p:spPr>
                <a:xfrm>
                  <a:off x="1981200" y="1143000"/>
                  <a:ext cx="990600" cy="660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172" name="Rectangle 171"/>
                <p:cNvSpPr/>
                <p:nvPr/>
              </p:nvSpPr>
              <p:spPr>
                <a:xfrm>
                  <a:off x="1981200" y="1143000"/>
                  <a:ext cx="9906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  <p:sp>
            <p:nvSpPr>
              <p:cNvPr id="169" name="TextBox 168"/>
              <p:cNvSpPr txBox="1"/>
              <p:nvPr/>
            </p:nvSpPr>
            <p:spPr>
              <a:xfrm>
                <a:off x="2133600" y="1952625"/>
                <a:ext cx="564647" cy="256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F.2.4</a:t>
                </a:r>
              </a:p>
            </p:txBody>
          </p:sp>
          <p:sp>
            <p:nvSpPr>
              <p:cNvPr id="170" name="TextBox 169"/>
              <p:cNvSpPr txBox="1"/>
              <p:nvPr/>
            </p:nvSpPr>
            <p:spPr>
              <a:xfrm>
                <a:off x="2133600" y="2421493"/>
                <a:ext cx="1485900" cy="256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Function 24</a:t>
                </a:r>
              </a:p>
            </p:txBody>
          </p:sp>
        </p:grpSp>
        <p:sp>
          <p:nvSpPr>
            <p:cNvPr id="144" name="Oval 34"/>
            <p:cNvSpPr>
              <a:spLocks noChangeArrowheads="1"/>
            </p:cNvSpPr>
            <p:nvPr/>
          </p:nvSpPr>
          <p:spPr bwMode="auto">
            <a:xfrm>
              <a:off x="20840701" y="29805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2400" b="1" dirty="0"/>
                <a:t>AND</a:t>
              </a:r>
            </a:p>
          </p:txBody>
        </p:sp>
        <p:sp>
          <p:nvSpPr>
            <p:cNvPr id="145" name="Oval 34"/>
            <p:cNvSpPr>
              <a:spLocks noChangeArrowheads="1"/>
            </p:cNvSpPr>
            <p:nvPr/>
          </p:nvSpPr>
          <p:spPr bwMode="auto">
            <a:xfrm>
              <a:off x="21602701" y="34377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2400" b="1" dirty="0"/>
                <a:t>OR</a:t>
              </a:r>
            </a:p>
          </p:txBody>
        </p:sp>
        <p:grpSp>
          <p:nvGrpSpPr>
            <p:cNvPr id="146" name="Group 189"/>
            <p:cNvGrpSpPr/>
            <p:nvPr/>
          </p:nvGrpSpPr>
          <p:grpSpPr>
            <a:xfrm>
              <a:off x="22450426" y="3113940"/>
              <a:ext cx="1295400" cy="1219200"/>
              <a:chOff x="533400" y="2286000"/>
              <a:chExt cx="1295400" cy="1219200"/>
            </a:xfrm>
          </p:grpSpPr>
          <p:sp>
            <p:nvSpPr>
              <p:cNvPr id="165" name="Rectangle 164"/>
              <p:cNvSpPr/>
              <p:nvPr/>
            </p:nvSpPr>
            <p:spPr>
              <a:xfrm>
                <a:off x="533400" y="2390775"/>
                <a:ext cx="1295400" cy="99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166" name="Rectangle 165"/>
              <p:cNvSpPr/>
              <p:nvPr/>
            </p:nvSpPr>
            <p:spPr>
              <a:xfrm>
                <a:off x="762000" y="2286000"/>
                <a:ext cx="838200" cy="1219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533400" y="2639566"/>
                <a:ext cx="1295400" cy="453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F.3 Ref</a:t>
                </a:r>
              </a:p>
              <a:p>
                <a:pPr algn="ctr"/>
                <a:r>
                  <a:rPr lang="en-US" sz="2000" dirty="0"/>
                  <a:t>Function 3</a:t>
                </a:r>
              </a:p>
            </p:txBody>
          </p:sp>
        </p:grpSp>
        <p:cxnSp>
          <p:nvCxnSpPr>
            <p:cNvPr id="147" name="Straight Arrow Connector 146"/>
            <p:cNvCxnSpPr/>
            <p:nvPr/>
          </p:nvCxnSpPr>
          <p:spPr>
            <a:xfrm>
              <a:off x="17716501" y="3666390"/>
              <a:ext cx="304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hape 99"/>
            <p:cNvCxnSpPr>
              <a:stCxn id="138" idx="0"/>
              <a:endCxn id="137" idx="2"/>
            </p:cNvCxnSpPr>
            <p:nvPr/>
          </p:nvCxnSpPr>
          <p:spPr>
            <a:xfrm rot="5400000" flipH="1" flipV="1">
              <a:off x="18407063" y="3099653"/>
              <a:ext cx="152400" cy="447675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hape 101"/>
            <p:cNvCxnSpPr>
              <a:stCxn id="138" idx="4"/>
              <a:endCxn id="159" idx="2"/>
            </p:cNvCxnSpPr>
            <p:nvPr/>
          </p:nvCxnSpPr>
          <p:spPr>
            <a:xfrm rot="16200000" flipH="1">
              <a:off x="17716563" y="4475952"/>
              <a:ext cx="1419100" cy="333375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hape 103"/>
            <p:cNvCxnSpPr>
              <a:stCxn id="137" idx="4"/>
              <a:endCxn id="202" idx="1"/>
            </p:cNvCxnSpPr>
            <p:nvPr/>
          </p:nvCxnSpPr>
          <p:spPr>
            <a:xfrm rot="16200000" flipH="1">
              <a:off x="18922916" y="3564874"/>
              <a:ext cx="520869" cy="419101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hape 105"/>
            <p:cNvCxnSpPr>
              <a:stCxn id="137" idx="0"/>
            </p:cNvCxnSpPr>
            <p:nvPr/>
          </p:nvCxnSpPr>
          <p:spPr>
            <a:xfrm rot="5400000" flipH="1" flipV="1">
              <a:off x="18992851" y="2580540"/>
              <a:ext cx="381000" cy="419100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hape 107"/>
            <p:cNvCxnSpPr>
              <a:endCxn id="144" idx="0"/>
            </p:cNvCxnSpPr>
            <p:nvPr/>
          </p:nvCxnSpPr>
          <p:spPr>
            <a:xfrm>
              <a:off x="20688301" y="2599590"/>
              <a:ext cx="419100" cy="381000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hape 110"/>
            <p:cNvCxnSpPr>
              <a:stCxn id="202" idx="3"/>
              <a:endCxn id="144" idx="4"/>
            </p:cNvCxnSpPr>
            <p:nvPr/>
          </p:nvCxnSpPr>
          <p:spPr>
            <a:xfrm flipV="1">
              <a:off x="20688301" y="3513990"/>
              <a:ext cx="419099" cy="520869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hape 113"/>
            <p:cNvCxnSpPr>
              <a:stCxn id="144" idx="6"/>
              <a:endCxn id="145" idx="0"/>
            </p:cNvCxnSpPr>
            <p:nvPr/>
          </p:nvCxnSpPr>
          <p:spPr>
            <a:xfrm>
              <a:off x="21374101" y="3247290"/>
              <a:ext cx="495300" cy="190500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hape 115"/>
            <p:cNvCxnSpPr>
              <a:stCxn id="158" idx="6"/>
              <a:endCxn id="145" idx="4"/>
            </p:cNvCxnSpPr>
            <p:nvPr/>
          </p:nvCxnSpPr>
          <p:spPr>
            <a:xfrm flipV="1">
              <a:off x="21564601" y="3971190"/>
              <a:ext cx="304800" cy="1378775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/>
            <p:cNvCxnSpPr/>
            <p:nvPr/>
          </p:nvCxnSpPr>
          <p:spPr>
            <a:xfrm>
              <a:off x="22136101" y="3723540"/>
              <a:ext cx="304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/>
            <p:cNvSpPr txBox="1"/>
            <p:nvPr/>
          </p:nvSpPr>
          <p:spPr>
            <a:xfrm>
              <a:off x="14706601" y="1989990"/>
              <a:ext cx="2236522" cy="2564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Function 2: Function Name</a:t>
              </a:r>
            </a:p>
          </p:txBody>
        </p:sp>
        <p:sp>
          <p:nvSpPr>
            <p:cNvPr id="158" name="Oval 34"/>
            <p:cNvSpPr>
              <a:spLocks noChangeArrowheads="1"/>
            </p:cNvSpPr>
            <p:nvPr/>
          </p:nvSpPr>
          <p:spPr bwMode="auto">
            <a:xfrm>
              <a:off x="21031201" y="5083265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2400" b="1" dirty="0"/>
                <a:t>IT</a:t>
              </a:r>
            </a:p>
          </p:txBody>
        </p:sp>
        <p:sp>
          <p:nvSpPr>
            <p:cNvPr id="159" name="Oval 34"/>
            <p:cNvSpPr>
              <a:spLocks noChangeArrowheads="1"/>
            </p:cNvSpPr>
            <p:nvPr/>
          </p:nvSpPr>
          <p:spPr bwMode="auto">
            <a:xfrm>
              <a:off x="18592801" y="5085490"/>
              <a:ext cx="533400" cy="5334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342787" indent="-342787" algn="ctr"/>
              <a:r>
                <a:rPr lang="en-US" sz="2400" b="1" dirty="0"/>
                <a:t>IT</a:t>
              </a:r>
            </a:p>
          </p:txBody>
        </p:sp>
        <p:cxnSp>
          <p:nvCxnSpPr>
            <p:cNvPr id="160" name="Shape 103"/>
            <p:cNvCxnSpPr>
              <a:stCxn id="158" idx="0"/>
              <a:endCxn id="159" idx="0"/>
            </p:cNvCxnSpPr>
            <p:nvPr/>
          </p:nvCxnSpPr>
          <p:spPr>
            <a:xfrm rot="16200000" flipH="1" flipV="1">
              <a:off x="20077588" y="3865177"/>
              <a:ext cx="2225" cy="2438400"/>
            </a:xfrm>
            <a:prstGeom prst="bentConnector3">
              <a:avLst>
                <a:gd name="adj1" fmla="val -1454391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hape 101"/>
            <p:cNvCxnSpPr>
              <a:stCxn id="159" idx="6"/>
            </p:cNvCxnSpPr>
            <p:nvPr/>
          </p:nvCxnSpPr>
          <p:spPr>
            <a:xfrm flipV="1">
              <a:off x="19126201" y="5349965"/>
              <a:ext cx="266700" cy="222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hape 101"/>
            <p:cNvCxnSpPr/>
            <p:nvPr/>
          </p:nvCxnSpPr>
          <p:spPr>
            <a:xfrm>
              <a:off x="20669251" y="5349966"/>
              <a:ext cx="361950" cy="222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Rounded Rectangle 162"/>
            <p:cNvSpPr/>
            <p:nvPr/>
          </p:nvSpPr>
          <p:spPr>
            <a:xfrm>
              <a:off x="16264680" y="4656214"/>
              <a:ext cx="1301672" cy="720994"/>
            </a:xfrm>
            <a:prstGeom prst="roundRect">
              <a:avLst>
                <a:gd name="adj" fmla="val 3478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Data / Resource</a:t>
              </a:r>
            </a:p>
          </p:txBody>
        </p:sp>
        <p:cxnSp>
          <p:nvCxnSpPr>
            <p:cNvPr id="164" name="Straight Arrow Connector 163"/>
            <p:cNvCxnSpPr>
              <a:stCxn id="163" idx="0"/>
              <a:endCxn id="247" idx="2"/>
            </p:cNvCxnSpPr>
            <p:nvPr/>
          </p:nvCxnSpPr>
          <p:spPr>
            <a:xfrm flipV="1">
              <a:off x="16915516" y="4123590"/>
              <a:ext cx="153285" cy="53262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9" name="Straight Arrow Connector 248"/>
          <p:cNvCxnSpPr>
            <a:cxnSpLocks/>
          </p:cNvCxnSpPr>
          <p:nvPr/>
        </p:nvCxnSpPr>
        <p:spPr>
          <a:xfrm>
            <a:off x="6452364" y="9469926"/>
            <a:ext cx="440704" cy="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8501298" y="8610167"/>
            <a:ext cx="815499" cy="400079"/>
          </a:xfrm>
          <a:prstGeom prst="rect">
            <a:avLst/>
          </a:prstGeom>
          <a:noFill/>
        </p:spPr>
        <p:txBody>
          <a:bodyPr wrap="square" lIns="91410" tIns="45705" rIns="91410" bIns="45705" rtlCol="0">
            <a:spAutoFit/>
          </a:bodyPr>
          <a:lstStyle/>
          <a:p>
            <a:r>
              <a:rPr lang="en-US" sz="2000" i="1" dirty="0"/>
              <a:t>x&gt;5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294783" y="2406920"/>
            <a:ext cx="201072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Note: Do not attempt to fit your FFBD into this starter format without modifying the number and arrangement of diagram components. This is provided as a clean starting point with at least one example of each type of element. You can copy and paste elements from this starter format one element at a time as you need it, or copy the entire template and begin by eliminating elements you don’t need.</a:t>
            </a:r>
          </a:p>
        </p:txBody>
      </p:sp>
    </p:spTree>
    <p:extLst>
      <p:ext uri="{BB962C8B-B14F-4D97-AF65-F5344CB8AC3E}">
        <p14:creationId xmlns:p14="http://schemas.microsoft.com/office/powerpoint/2010/main" val="7643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441</Words>
  <Application>Microsoft Macintosh PowerPoint</Application>
  <PresentationFormat>Custom</PresentationFormat>
  <Paragraphs>94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MS Mincho</vt:lpstr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Tara Allred</dc:creator>
  <cp:lastModifiedBy>David Ancor</cp:lastModifiedBy>
  <cp:revision>19</cp:revision>
  <dcterms:created xsi:type="dcterms:W3CDTF">2018-06-20T18:24:39Z</dcterms:created>
  <dcterms:modified xsi:type="dcterms:W3CDTF">2026-04-19T13:48:33Z</dcterms:modified>
</cp:coreProperties>
</file>