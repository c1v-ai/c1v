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
  </p:notesMasterIdLst>
  <p:sldIdLst>
    <p:sldId id="256" r:id="rId2"/>
    <p:sldId id="258" r:id="rId3"/>
    <p:sldId id="257" r:id="rId4"/>
  </p:sldIdLst>
  <p:sldSz cx="155448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55"/>
    <p:restoredTop sz="94795"/>
  </p:normalViewPr>
  <p:slideViewPr>
    <p:cSldViewPr snapToGrid="0" snapToObjects="1">
      <p:cViewPr varScale="1">
        <p:scale>
          <a:sx n="85" d="100"/>
          <a:sy n="85" d="100"/>
        </p:scale>
        <p:origin x="208"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7BACD-DBB2-834A-A860-4AE54FC34C2B}" type="datetimeFigureOut">
              <a:rPr lang="en-US" smtClean="0"/>
              <a:t>4/12/26</a:t>
            </a:fld>
            <a:endParaRPr lang="en-US"/>
          </a:p>
        </p:txBody>
      </p:sp>
      <p:sp>
        <p:nvSpPr>
          <p:cNvPr id="4" name="Slide Image Placeholder 3"/>
          <p:cNvSpPr>
            <a:spLocks noGrp="1" noRot="1" noChangeAspect="1"/>
          </p:cNvSpPr>
          <p:nvPr>
            <p:ph type="sldImg" idx="2"/>
          </p:nvPr>
        </p:nvSpPr>
        <p:spPr>
          <a:xfrm>
            <a:off x="-68263" y="1143000"/>
            <a:ext cx="6994526"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824D9C-AC26-504E-B2C1-C384A784E321}" type="slidenum">
              <a:rPr lang="en-US" smtClean="0"/>
              <a:t>‹#›</a:t>
            </a:fld>
            <a:endParaRPr lang="en-US"/>
          </a:p>
        </p:txBody>
      </p:sp>
    </p:spTree>
    <p:extLst>
      <p:ext uri="{BB962C8B-B14F-4D97-AF65-F5344CB8AC3E}">
        <p14:creationId xmlns:p14="http://schemas.microsoft.com/office/powerpoint/2010/main" val="127798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263" y="1143000"/>
            <a:ext cx="6994526"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824D9C-AC26-504E-B2C1-C384A784E321}" type="slidenum">
              <a:rPr lang="en-US" smtClean="0"/>
              <a:t>1</a:t>
            </a:fld>
            <a:endParaRPr lang="en-US"/>
          </a:p>
        </p:txBody>
      </p:sp>
    </p:spTree>
    <p:extLst>
      <p:ext uri="{BB962C8B-B14F-4D97-AF65-F5344CB8AC3E}">
        <p14:creationId xmlns:p14="http://schemas.microsoft.com/office/powerpoint/2010/main" val="943475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263" y="1143000"/>
            <a:ext cx="6994526"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824D9C-AC26-504E-B2C1-C384A784E321}" type="slidenum">
              <a:rPr lang="en-US" smtClean="0"/>
              <a:t>2</a:t>
            </a:fld>
            <a:endParaRPr lang="en-US"/>
          </a:p>
        </p:txBody>
      </p:sp>
    </p:spTree>
    <p:extLst>
      <p:ext uri="{BB962C8B-B14F-4D97-AF65-F5344CB8AC3E}">
        <p14:creationId xmlns:p14="http://schemas.microsoft.com/office/powerpoint/2010/main" val="1455322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3100" y="1122363"/>
            <a:ext cx="116586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943100" y="3602038"/>
            <a:ext cx="116586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537685-6D32-7544-A59C-AB294A80FF0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88516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537685-6D32-7544-A59C-AB294A80FF0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1449273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0609" y="1709739"/>
            <a:ext cx="1340739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1060609" y="4589464"/>
            <a:ext cx="1340739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B537685-6D32-7544-A59C-AB294A80FF0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1972676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8705" y="1825625"/>
            <a:ext cx="660654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69555" y="1825625"/>
            <a:ext cx="660654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537685-6D32-7544-A59C-AB294A80FF0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2820936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70730" y="365126"/>
            <a:ext cx="1340739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0731" y="1681163"/>
            <a:ext cx="65761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70731" y="2505075"/>
            <a:ext cx="657617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69555" y="1681163"/>
            <a:ext cx="66085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869555" y="2505075"/>
            <a:ext cx="6608565"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537685-6D32-7544-A59C-AB294A80FF03}" type="datetimeFigureOut">
              <a:rPr lang="en-US" smtClean="0"/>
              <a:t>4/12/26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4103211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537685-6D32-7544-A59C-AB294A80FF03}" type="datetimeFigureOut">
              <a:rPr lang="en-US" smtClean="0"/>
              <a:t>4/12/26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526355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537685-6D32-7544-A59C-AB294A80FF03}" type="datetimeFigureOut">
              <a:rPr lang="en-US" smtClean="0"/>
              <a:t>4/12/26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1498744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730" y="457200"/>
            <a:ext cx="5013602"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6608565" y="987426"/>
            <a:ext cx="786955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0730" y="2057400"/>
            <a:ext cx="501360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B537685-6D32-7544-A59C-AB294A80FF0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2035193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730" y="457200"/>
            <a:ext cx="5013602"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608565" y="987426"/>
            <a:ext cx="7869555"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70730" y="2057400"/>
            <a:ext cx="501360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B537685-6D32-7544-A59C-AB294A80FF0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1349563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537685-6D32-7544-A59C-AB294A80FF0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768352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24247" y="365125"/>
            <a:ext cx="3351848"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8705" y="365125"/>
            <a:ext cx="9861233"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537685-6D32-7544-A59C-AB294A80FF0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8A1B-FEFA-2645-A826-F808FA94ECB3}" type="slidenum">
              <a:rPr lang="en-US" smtClean="0"/>
              <a:t>‹#›</a:t>
            </a:fld>
            <a:endParaRPr lang="en-US"/>
          </a:p>
        </p:txBody>
      </p:sp>
    </p:spTree>
    <p:extLst>
      <p:ext uri="{BB962C8B-B14F-4D97-AF65-F5344CB8AC3E}">
        <p14:creationId xmlns:p14="http://schemas.microsoft.com/office/powerpoint/2010/main" val="2690458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8705" y="365126"/>
            <a:ext cx="1340739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8705" y="1825625"/>
            <a:ext cx="1340739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8705" y="6356351"/>
            <a:ext cx="349758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537685-6D32-7544-A59C-AB294A80FF03}" type="datetimeFigureOut">
              <a:rPr lang="en-US" smtClean="0"/>
              <a:t>4/12/26</a:t>
            </a:fld>
            <a:endParaRPr lang="en-US"/>
          </a:p>
        </p:txBody>
      </p:sp>
      <p:sp>
        <p:nvSpPr>
          <p:cNvPr id="5" name="Footer Placeholder 4"/>
          <p:cNvSpPr>
            <a:spLocks noGrp="1"/>
          </p:cNvSpPr>
          <p:nvPr>
            <p:ph type="ftr" sz="quarter" idx="3"/>
          </p:nvPr>
        </p:nvSpPr>
        <p:spPr>
          <a:xfrm>
            <a:off x="5149215" y="6356351"/>
            <a:ext cx="524637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978515" y="6356351"/>
            <a:ext cx="349758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028A1B-FEFA-2645-A826-F808FA94ECB3}" type="slidenum">
              <a:rPr lang="en-US" smtClean="0"/>
              <a:t>‹#›</a:t>
            </a:fld>
            <a:endParaRPr lang="en-US"/>
          </a:p>
        </p:txBody>
      </p:sp>
    </p:spTree>
    <p:extLst>
      <p:ext uri="{BB962C8B-B14F-4D97-AF65-F5344CB8AC3E}">
        <p14:creationId xmlns:p14="http://schemas.microsoft.com/office/powerpoint/2010/main" val="29620529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34C1FD-564E-7740-914E-84A847E2B179}"/>
              </a:ext>
            </a:extLst>
          </p:cNvPr>
          <p:cNvSpPr txBox="1"/>
          <p:nvPr/>
        </p:nvSpPr>
        <p:spPr>
          <a:xfrm>
            <a:off x="490538" y="1787674"/>
            <a:ext cx="5815013"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Data Flow Diagram</a:t>
            </a:r>
          </a:p>
        </p:txBody>
      </p:sp>
      <p:sp>
        <p:nvSpPr>
          <p:cNvPr id="10" name="TextBox 9">
            <a:extLst>
              <a:ext uri="{FF2B5EF4-FFF2-40B4-BE49-F238E27FC236}">
                <a16:creationId xmlns:a16="http://schemas.microsoft.com/office/drawing/2014/main" id="{172AA120-4DA4-9A4F-A1AA-E965BABF6B8C}"/>
              </a:ext>
            </a:extLst>
          </p:cNvPr>
          <p:cNvSpPr txBox="1"/>
          <p:nvPr/>
        </p:nvSpPr>
        <p:spPr>
          <a:xfrm>
            <a:off x="490538" y="2456886"/>
            <a:ext cx="10387013" cy="427809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Instructions:</a:t>
            </a:r>
          </a:p>
          <a:p>
            <a:r>
              <a:rPr lang="en-US" sz="1600" dirty="0">
                <a:latin typeface="Arial" panose="020B0604020202020204" pitchFamily="34" charset="0"/>
                <a:cs typeface="Arial" panose="020B0604020202020204" pitchFamily="34" charset="0"/>
              </a:rPr>
              <a:t>A data flow diagram is a simple graph that includes the name of all your subsystems and uses arrows between them to identify the interfaces. </a:t>
            </a:r>
          </a:p>
          <a:p>
            <a:endParaRPr lang="en-US" sz="1600" b="1"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next two slides will help you interpret and create your own data flow diagram.</a:t>
            </a:r>
          </a:p>
          <a:p>
            <a:endParaRPr lang="en-US" sz="1600" dirty="0">
              <a:latin typeface="Arial" panose="020B0604020202020204" pitchFamily="34" charset="0"/>
              <a:cs typeface="Arial" panose="020B0604020202020204" pitchFamily="34" charset="0"/>
            </a:endParaRPr>
          </a:p>
          <a:p>
            <a:r>
              <a:rPr lang="en-US" sz="1600" dirty="0">
                <a:solidFill>
                  <a:srgbClr val="000000"/>
                </a:solidFill>
                <a:latin typeface="Arial" panose="020B0604020202020204" pitchFamily="34" charset="0"/>
              </a:rPr>
              <a:t>Slide 2: A data flow diagram example which focuses on operational interfaces (as compared to design interfaces).</a:t>
            </a:r>
            <a:endParaRPr lang="en-US" sz="1600" dirty="0"/>
          </a:p>
          <a:p>
            <a:pPr marL="746125" indent="-733425"/>
            <a:r>
              <a:rPr lang="en-US" sz="1600" dirty="0">
                <a:solidFill>
                  <a:srgbClr val="000000"/>
                </a:solidFill>
                <a:latin typeface="Arial" panose="020B0604020202020204" pitchFamily="34" charset="0"/>
              </a:rPr>
              <a:t>Slide 3: A data flow diagram template for you to make your own. Replace the placeholder text in the bubbles with the names of your subsystems and the text next to the arrows with information about what one system must give to the other system. Use the extra bubbles and arrows if you have more than 4 subsystems to accurately represent all the different elements and interfaces of your system. You may also resize the bubbles if needed, but it is best to keep all bubbles the same size.</a:t>
            </a:r>
            <a:endParaRPr lang="en-US" sz="1600" dirty="0"/>
          </a:p>
          <a:p>
            <a:br>
              <a:rPr lang="en-US" sz="1600" dirty="0"/>
            </a:br>
            <a:br>
              <a:rPr lang="en-US" sz="1600" dirty="0"/>
            </a:br>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5403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8B32D5-AEB7-634D-A950-F699377B1FE6}"/>
              </a:ext>
            </a:extLst>
          </p:cNvPr>
          <p:cNvSpPr/>
          <p:nvPr/>
        </p:nvSpPr>
        <p:spPr>
          <a:xfrm>
            <a:off x="242888" y="231146"/>
            <a:ext cx="15059024" cy="641465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3E7A6071-0181-F040-8386-48A5921326AD}"/>
              </a:ext>
            </a:extLst>
          </p:cNvPr>
          <p:cNvSpPr/>
          <p:nvPr/>
        </p:nvSpPr>
        <p:spPr>
          <a:xfrm>
            <a:off x="5068254" y="1471213"/>
            <a:ext cx="1931472" cy="102998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Sensor</a:t>
            </a:r>
            <a:endParaRPr lang="en-US" dirty="0">
              <a:latin typeface="Arial" panose="020B0604020202020204" pitchFamily="34" charset="0"/>
              <a:cs typeface="Arial" panose="020B0604020202020204" pitchFamily="34" charset="0"/>
            </a:endParaRPr>
          </a:p>
          <a:p>
            <a:pPr algn="ctr"/>
            <a:r>
              <a:rPr lang="en-US" dirty="0">
                <a:solidFill>
                  <a:schemeClr val="tx1"/>
                </a:solidFill>
                <a:latin typeface="Arial" panose="020B0604020202020204" pitchFamily="34" charset="0"/>
                <a:cs typeface="Arial" panose="020B0604020202020204" pitchFamily="34" charset="0"/>
              </a:rPr>
              <a:t>Systems</a:t>
            </a:r>
          </a:p>
        </p:txBody>
      </p:sp>
      <p:sp>
        <p:nvSpPr>
          <p:cNvPr id="40" name="Arc 39">
            <a:extLst>
              <a:ext uri="{FF2B5EF4-FFF2-40B4-BE49-F238E27FC236}">
                <a16:creationId xmlns:a16="http://schemas.microsoft.com/office/drawing/2014/main" id="{33034F75-5CEF-3E48-BCB5-5B0BBDEA3E0D}"/>
              </a:ext>
            </a:extLst>
          </p:cNvPr>
          <p:cNvSpPr/>
          <p:nvPr/>
        </p:nvSpPr>
        <p:spPr>
          <a:xfrm rot="15508465">
            <a:off x="2802202" y="204951"/>
            <a:ext cx="3634153" cy="4185759"/>
          </a:xfrm>
          <a:prstGeom prst="arc">
            <a:avLst>
              <a:gd name="adj1" fmla="val 16146570"/>
              <a:gd name="adj2" fmla="val 4801570"/>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1" name="Arc 40">
            <a:extLst>
              <a:ext uri="{FF2B5EF4-FFF2-40B4-BE49-F238E27FC236}">
                <a16:creationId xmlns:a16="http://schemas.microsoft.com/office/drawing/2014/main" id="{A5244959-0E92-6348-958C-441157B4BEB3}"/>
              </a:ext>
            </a:extLst>
          </p:cNvPr>
          <p:cNvSpPr/>
          <p:nvPr/>
        </p:nvSpPr>
        <p:spPr>
          <a:xfrm rot="17946956">
            <a:off x="3129889" y="1966568"/>
            <a:ext cx="2663170" cy="2099257"/>
          </a:xfrm>
          <a:prstGeom prst="arc">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2" name="TextBox 41">
            <a:extLst>
              <a:ext uri="{FF2B5EF4-FFF2-40B4-BE49-F238E27FC236}">
                <a16:creationId xmlns:a16="http://schemas.microsoft.com/office/drawing/2014/main" id="{FF51610E-78BB-B54A-8EFA-480EBB2C632D}"/>
              </a:ext>
            </a:extLst>
          </p:cNvPr>
          <p:cNvSpPr txBox="1"/>
          <p:nvPr/>
        </p:nvSpPr>
        <p:spPr>
          <a:xfrm>
            <a:off x="4001217" y="3602861"/>
            <a:ext cx="1064437"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Motor Power</a:t>
            </a:r>
          </a:p>
        </p:txBody>
      </p:sp>
      <p:sp>
        <p:nvSpPr>
          <p:cNvPr id="43" name="Arc 42">
            <a:extLst>
              <a:ext uri="{FF2B5EF4-FFF2-40B4-BE49-F238E27FC236}">
                <a16:creationId xmlns:a16="http://schemas.microsoft.com/office/drawing/2014/main" id="{FE2C449B-54D3-E347-86A3-5102E57FDC96}"/>
              </a:ext>
            </a:extLst>
          </p:cNvPr>
          <p:cNvSpPr/>
          <p:nvPr/>
        </p:nvSpPr>
        <p:spPr>
          <a:xfrm rot="19892341">
            <a:off x="6154456" y="1560862"/>
            <a:ext cx="2730828" cy="2725698"/>
          </a:xfrm>
          <a:prstGeom prst="arc">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4" name="Oval 43">
            <a:extLst>
              <a:ext uri="{FF2B5EF4-FFF2-40B4-BE49-F238E27FC236}">
                <a16:creationId xmlns:a16="http://schemas.microsoft.com/office/drawing/2014/main" id="{BE9FF491-D8A3-DE45-B4F3-01BC5895C49B}"/>
              </a:ext>
            </a:extLst>
          </p:cNvPr>
          <p:cNvSpPr/>
          <p:nvPr/>
        </p:nvSpPr>
        <p:spPr>
          <a:xfrm>
            <a:off x="7934805" y="2260732"/>
            <a:ext cx="1931472" cy="102998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Sensor</a:t>
            </a:r>
          </a:p>
          <a:p>
            <a:pPr algn="ctr"/>
            <a:r>
              <a:rPr lang="en-US" dirty="0">
                <a:solidFill>
                  <a:schemeClr val="tx1"/>
                </a:solidFill>
                <a:latin typeface="Arial" panose="020B0604020202020204" pitchFamily="34" charset="0"/>
                <a:cs typeface="Arial" panose="020B0604020202020204" pitchFamily="34" charset="0"/>
              </a:rPr>
              <a:t>Processing</a:t>
            </a:r>
            <a:endParaRPr lang="en-US" dirty="0">
              <a:latin typeface="Arial" panose="020B0604020202020204" pitchFamily="34" charset="0"/>
              <a:cs typeface="Arial" panose="020B0604020202020204" pitchFamily="34" charset="0"/>
            </a:endParaRPr>
          </a:p>
        </p:txBody>
      </p:sp>
      <p:sp>
        <p:nvSpPr>
          <p:cNvPr id="45" name="Oval 44">
            <a:extLst>
              <a:ext uri="{FF2B5EF4-FFF2-40B4-BE49-F238E27FC236}">
                <a16:creationId xmlns:a16="http://schemas.microsoft.com/office/drawing/2014/main" id="{F5C7DB98-126F-2F42-AC94-A21713F70B57}"/>
              </a:ext>
            </a:extLst>
          </p:cNvPr>
          <p:cNvSpPr/>
          <p:nvPr/>
        </p:nvSpPr>
        <p:spPr>
          <a:xfrm>
            <a:off x="11261050" y="3235606"/>
            <a:ext cx="1931472" cy="102998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Path Planning</a:t>
            </a:r>
            <a:endParaRPr lang="en-US" dirty="0">
              <a:latin typeface="Arial" panose="020B0604020202020204" pitchFamily="34" charset="0"/>
              <a:cs typeface="Arial" panose="020B0604020202020204" pitchFamily="34" charset="0"/>
            </a:endParaRPr>
          </a:p>
        </p:txBody>
      </p:sp>
      <p:sp>
        <p:nvSpPr>
          <p:cNvPr id="46" name="Oval 45">
            <a:extLst>
              <a:ext uri="{FF2B5EF4-FFF2-40B4-BE49-F238E27FC236}">
                <a16:creationId xmlns:a16="http://schemas.microsoft.com/office/drawing/2014/main" id="{63896667-2295-C44E-9443-A09753C9D8A6}"/>
              </a:ext>
            </a:extLst>
          </p:cNvPr>
          <p:cNvSpPr/>
          <p:nvPr/>
        </p:nvSpPr>
        <p:spPr>
          <a:xfrm>
            <a:off x="8856836" y="5176794"/>
            <a:ext cx="1931472" cy="102998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Motion Controls</a:t>
            </a:r>
            <a:endParaRPr lang="en-US" dirty="0">
              <a:latin typeface="Arial" panose="020B0604020202020204" pitchFamily="34" charset="0"/>
              <a:cs typeface="Arial" panose="020B0604020202020204" pitchFamily="34" charset="0"/>
            </a:endParaRPr>
          </a:p>
        </p:txBody>
      </p:sp>
      <p:sp>
        <p:nvSpPr>
          <p:cNvPr id="47" name="Oval 46">
            <a:extLst>
              <a:ext uri="{FF2B5EF4-FFF2-40B4-BE49-F238E27FC236}">
                <a16:creationId xmlns:a16="http://schemas.microsoft.com/office/drawing/2014/main" id="{FDFB0B4E-4CC9-8A4B-9A2A-6FC0A7CA6377}"/>
              </a:ext>
            </a:extLst>
          </p:cNvPr>
          <p:cNvSpPr/>
          <p:nvPr/>
        </p:nvSpPr>
        <p:spPr>
          <a:xfrm>
            <a:off x="5015737" y="3694585"/>
            <a:ext cx="1931472" cy="102998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Locomotion</a:t>
            </a:r>
            <a:endParaRPr lang="en-US" dirty="0">
              <a:latin typeface="Arial" panose="020B0604020202020204" pitchFamily="34" charset="0"/>
              <a:cs typeface="Arial" panose="020B0604020202020204" pitchFamily="34" charset="0"/>
            </a:endParaRPr>
          </a:p>
        </p:txBody>
      </p:sp>
      <p:sp>
        <p:nvSpPr>
          <p:cNvPr id="48" name="Oval 47">
            <a:extLst>
              <a:ext uri="{FF2B5EF4-FFF2-40B4-BE49-F238E27FC236}">
                <a16:creationId xmlns:a16="http://schemas.microsoft.com/office/drawing/2014/main" id="{2E3EDADC-24E9-A943-A9D6-EFE21D2C5A6F}"/>
              </a:ext>
            </a:extLst>
          </p:cNvPr>
          <p:cNvSpPr/>
          <p:nvPr/>
        </p:nvSpPr>
        <p:spPr>
          <a:xfrm>
            <a:off x="2443533" y="2501201"/>
            <a:ext cx="1931472" cy="102998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Power</a:t>
            </a:r>
            <a:endParaRPr lang="en-US" dirty="0">
              <a:latin typeface="Arial" panose="020B0604020202020204" pitchFamily="34" charset="0"/>
              <a:cs typeface="Arial" panose="020B0604020202020204" pitchFamily="34" charset="0"/>
            </a:endParaRPr>
          </a:p>
        </p:txBody>
      </p:sp>
      <p:sp>
        <p:nvSpPr>
          <p:cNvPr id="49" name="Arc 48">
            <a:extLst>
              <a:ext uri="{FF2B5EF4-FFF2-40B4-BE49-F238E27FC236}">
                <a16:creationId xmlns:a16="http://schemas.microsoft.com/office/drawing/2014/main" id="{11EADE3E-6D5D-CC45-AA74-97E38DCFB750}"/>
              </a:ext>
            </a:extLst>
          </p:cNvPr>
          <p:cNvSpPr/>
          <p:nvPr/>
        </p:nvSpPr>
        <p:spPr>
          <a:xfrm rot="3653044" flipV="1">
            <a:off x="3040056" y="1966567"/>
            <a:ext cx="2663170" cy="2099257"/>
          </a:xfrm>
          <a:prstGeom prst="arc">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Arc 49">
            <a:extLst>
              <a:ext uri="{FF2B5EF4-FFF2-40B4-BE49-F238E27FC236}">
                <a16:creationId xmlns:a16="http://schemas.microsoft.com/office/drawing/2014/main" id="{1E563E65-1096-1F40-AB6D-4E2BB6B4EC5C}"/>
              </a:ext>
            </a:extLst>
          </p:cNvPr>
          <p:cNvSpPr/>
          <p:nvPr/>
        </p:nvSpPr>
        <p:spPr>
          <a:xfrm rot="6091535" flipV="1">
            <a:off x="3153260" y="2435674"/>
            <a:ext cx="2160564" cy="3333673"/>
          </a:xfrm>
          <a:prstGeom prst="arc">
            <a:avLst>
              <a:gd name="adj1" fmla="val 15349522"/>
              <a:gd name="adj2" fmla="val 4801570"/>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TextBox 50">
            <a:extLst>
              <a:ext uri="{FF2B5EF4-FFF2-40B4-BE49-F238E27FC236}">
                <a16:creationId xmlns:a16="http://schemas.microsoft.com/office/drawing/2014/main" id="{69A060D8-DBA1-A64B-9F31-AE4E10B21E12}"/>
              </a:ext>
            </a:extLst>
          </p:cNvPr>
          <p:cNvSpPr txBox="1"/>
          <p:nvPr/>
        </p:nvSpPr>
        <p:spPr>
          <a:xfrm>
            <a:off x="4118217" y="1884731"/>
            <a:ext cx="1064437"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Sensor Power</a:t>
            </a:r>
          </a:p>
        </p:txBody>
      </p:sp>
      <p:sp>
        <p:nvSpPr>
          <p:cNvPr id="52" name="TextBox 51">
            <a:extLst>
              <a:ext uri="{FF2B5EF4-FFF2-40B4-BE49-F238E27FC236}">
                <a16:creationId xmlns:a16="http://schemas.microsoft.com/office/drawing/2014/main" id="{8186BD41-1E0C-AE4D-B55B-4442EF6AD861}"/>
              </a:ext>
            </a:extLst>
          </p:cNvPr>
          <p:cNvSpPr txBox="1"/>
          <p:nvPr/>
        </p:nvSpPr>
        <p:spPr>
          <a:xfrm>
            <a:off x="2568985" y="4964964"/>
            <a:ext cx="1680569"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Power Requirements</a:t>
            </a:r>
          </a:p>
        </p:txBody>
      </p:sp>
      <p:sp>
        <p:nvSpPr>
          <p:cNvPr id="53" name="TextBox 52">
            <a:extLst>
              <a:ext uri="{FF2B5EF4-FFF2-40B4-BE49-F238E27FC236}">
                <a16:creationId xmlns:a16="http://schemas.microsoft.com/office/drawing/2014/main" id="{204846A4-9796-B24D-A59B-AE9D8DCC9414}"/>
              </a:ext>
            </a:extLst>
          </p:cNvPr>
          <p:cNvSpPr txBox="1"/>
          <p:nvPr/>
        </p:nvSpPr>
        <p:spPr>
          <a:xfrm>
            <a:off x="7694158" y="792550"/>
            <a:ext cx="1014444"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Raw Sensor Data</a:t>
            </a:r>
          </a:p>
        </p:txBody>
      </p:sp>
      <p:sp>
        <p:nvSpPr>
          <p:cNvPr id="54" name="Arc 53">
            <a:extLst>
              <a:ext uri="{FF2B5EF4-FFF2-40B4-BE49-F238E27FC236}">
                <a16:creationId xmlns:a16="http://schemas.microsoft.com/office/drawing/2014/main" id="{F8776406-34A5-AE41-A985-B31630EF5E64}"/>
              </a:ext>
            </a:extLst>
          </p:cNvPr>
          <p:cNvSpPr/>
          <p:nvPr/>
        </p:nvSpPr>
        <p:spPr>
          <a:xfrm rot="19892341">
            <a:off x="8989868" y="2331736"/>
            <a:ext cx="2730828" cy="2725698"/>
          </a:xfrm>
          <a:prstGeom prst="arc">
            <a:avLst>
              <a:gd name="adj1" fmla="val 16200000"/>
              <a:gd name="adj2" fmla="val 79636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5" name="TextBox 54">
            <a:extLst>
              <a:ext uri="{FF2B5EF4-FFF2-40B4-BE49-F238E27FC236}">
                <a16:creationId xmlns:a16="http://schemas.microsoft.com/office/drawing/2014/main" id="{BC86876B-A44E-8440-8399-26DF2DE55CE5}"/>
              </a:ext>
            </a:extLst>
          </p:cNvPr>
          <p:cNvSpPr txBox="1"/>
          <p:nvPr/>
        </p:nvSpPr>
        <p:spPr>
          <a:xfrm>
            <a:off x="10436882" y="1731333"/>
            <a:ext cx="1290805"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Object Info, Region Map</a:t>
            </a:r>
          </a:p>
        </p:txBody>
      </p:sp>
      <p:sp>
        <p:nvSpPr>
          <p:cNvPr id="56" name="Arc 55">
            <a:extLst>
              <a:ext uri="{FF2B5EF4-FFF2-40B4-BE49-F238E27FC236}">
                <a16:creationId xmlns:a16="http://schemas.microsoft.com/office/drawing/2014/main" id="{ABB7F0E3-8769-1045-9ACC-D4AC69DC5BBA}"/>
              </a:ext>
            </a:extLst>
          </p:cNvPr>
          <p:cNvSpPr/>
          <p:nvPr/>
        </p:nvSpPr>
        <p:spPr>
          <a:xfrm rot="4720883">
            <a:off x="9440586" y="3102611"/>
            <a:ext cx="2730828" cy="2725698"/>
          </a:xfrm>
          <a:prstGeom prst="arc">
            <a:avLst>
              <a:gd name="adj1" fmla="val 16370319"/>
              <a:gd name="adj2" fmla="val 79636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7" name="TextBox 56">
            <a:extLst>
              <a:ext uri="{FF2B5EF4-FFF2-40B4-BE49-F238E27FC236}">
                <a16:creationId xmlns:a16="http://schemas.microsoft.com/office/drawing/2014/main" id="{95424148-D37A-D34D-8C7F-F058795639E2}"/>
              </a:ext>
            </a:extLst>
          </p:cNvPr>
          <p:cNvSpPr txBox="1"/>
          <p:nvPr/>
        </p:nvSpPr>
        <p:spPr>
          <a:xfrm>
            <a:off x="11977390" y="5180850"/>
            <a:ext cx="1290805"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Desired Path</a:t>
            </a:r>
          </a:p>
        </p:txBody>
      </p:sp>
      <p:sp>
        <p:nvSpPr>
          <p:cNvPr id="58" name="TextBox 57">
            <a:extLst>
              <a:ext uri="{FF2B5EF4-FFF2-40B4-BE49-F238E27FC236}">
                <a16:creationId xmlns:a16="http://schemas.microsoft.com/office/drawing/2014/main" id="{51BAF9E2-290C-6340-B861-8DAE7C162140}"/>
              </a:ext>
            </a:extLst>
          </p:cNvPr>
          <p:cNvSpPr txBox="1"/>
          <p:nvPr/>
        </p:nvSpPr>
        <p:spPr>
          <a:xfrm>
            <a:off x="5553248" y="5794766"/>
            <a:ext cx="13453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Motor</a:t>
            </a:r>
          </a:p>
          <a:p>
            <a:r>
              <a:rPr lang="en-US" sz="1600" dirty="0">
                <a:latin typeface="Arial" panose="020B0604020202020204" pitchFamily="34" charset="0"/>
                <a:cs typeface="Arial" panose="020B0604020202020204" pitchFamily="34" charset="0"/>
              </a:rPr>
              <a:t>Commands</a:t>
            </a:r>
          </a:p>
        </p:txBody>
      </p:sp>
      <p:sp>
        <p:nvSpPr>
          <p:cNvPr id="23" name="TextBox 22">
            <a:extLst>
              <a:ext uri="{FF2B5EF4-FFF2-40B4-BE49-F238E27FC236}">
                <a16:creationId xmlns:a16="http://schemas.microsoft.com/office/drawing/2014/main" id="{A2A6601A-8869-864A-9DA8-B800396CC395}"/>
              </a:ext>
            </a:extLst>
          </p:cNvPr>
          <p:cNvSpPr txBox="1"/>
          <p:nvPr/>
        </p:nvSpPr>
        <p:spPr>
          <a:xfrm>
            <a:off x="3468998" y="736277"/>
            <a:ext cx="2467559"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Power Requirements, Remaining Power</a:t>
            </a:r>
          </a:p>
        </p:txBody>
      </p:sp>
      <p:sp>
        <p:nvSpPr>
          <p:cNvPr id="24" name="Arc 23">
            <a:extLst>
              <a:ext uri="{FF2B5EF4-FFF2-40B4-BE49-F238E27FC236}">
                <a16:creationId xmlns:a16="http://schemas.microsoft.com/office/drawing/2014/main" id="{CCE33223-892E-F24A-ABCC-F7A50D160371}"/>
              </a:ext>
            </a:extLst>
          </p:cNvPr>
          <p:cNvSpPr/>
          <p:nvPr/>
        </p:nvSpPr>
        <p:spPr>
          <a:xfrm rot="6091535" flipV="1">
            <a:off x="6657026" y="3769567"/>
            <a:ext cx="1840173" cy="3236300"/>
          </a:xfrm>
          <a:prstGeom prst="arc">
            <a:avLst>
              <a:gd name="adj1" fmla="val 15349522"/>
              <a:gd name="adj2" fmla="val 4801570"/>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350502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F972F2A4-5DDC-DA4F-9195-741FA6A63396}"/>
              </a:ext>
            </a:extLst>
          </p:cNvPr>
          <p:cNvSpPr/>
          <p:nvPr/>
        </p:nvSpPr>
        <p:spPr>
          <a:xfrm>
            <a:off x="239076" y="238652"/>
            <a:ext cx="2254260" cy="2943461"/>
          </a:xfrm>
          <a:prstGeom prst="rect">
            <a:avLst/>
          </a:prstGeom>
          <a:solidFill>
            <a:schemeClr val="bg1">
              <a:lumMod val="95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9958EB4B-7841-614E-8AAB-C817893989C7}"/>
              </a:ext>
            </a:extLst>
          </p:cNvPr>
          <p:cNvSpPr/>
          <p:nvPr/>
        </p:nvSpPr>
        <p:spPr>
          <a:xfrm>
            <a:off x="247300" y="3371864"/>
            <a:ext cx="2254260" cy="2556135"/>
          </a:xfrm>
          <a:prstGeom prst="rect">
            <a:avLst/>
          </a:prstGeom>
          <a:solidFill>
            <a:schemeClr val="bg1">
              <a:lumMod val="95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77F9021-C5B7-A14C-A3CE-472CB8E96A1E}"/>
              </a:ext>
            </a:extLst>
          </p:cNvPr>
          <p:cNvSpPr/>
          <p:nvPr/>
        </p:nvSpPr>
        <p:spPr>
          <a:xfrm>
            <a:off x="2752217" y="223364"/>
            <a:ext cx="12473095" cy="6355829"/>
          </a:xfrm>
          <a:prstGeom prst="rect">
            <a:avLst/>
          </a:prstGeom>
          <a:solidFill>
            <a:schemeClr val="bg1">
              <a:lumMod val="95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0" name="Oval 9">
            <a:extLst>
              <a:ext uri="{FF2B5EF4-FFF2-40B4-BE49-F238E27FC236}">
                <a16:creationId xmlns:a16="http://schemas.microsoft.com/office/drawing/2014/main" id="{C9419C46-2782-8F4A-A9EF-1CF4DC601131}"/>
              </a:ext>
            </a:extLst>
          </p:cNvPr>
          <p:cNvSpPr/>
          <p:nvPr/>
        </p:nvSpPr>
        <p:spPr>
          <a:xfrm>
            <a:off x="10996118" y="2788171"/>
            <a:ext cx="2399790" cy="1229193"/>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Sub-System 4</a:t>
            </a:r>
            <a:r>
              <a:rPr lang="en-US" dirty="0">
                <a:latin typeface="Arial" panose="020B0604020202020204" pitchFamily="34" charset="0"/>
                <a:cs typeface="Arial" panose="020B0604020202020204" pitchFamily="34" charset="0"/>
              </a:rPr>
              <a:t> </a:t>
            </a:r>
          </a:p>
        </p:txBody>
      </p:sp>
      <p:sp>
        <p:nvSpPr>
          <p:cNvPr id="13" name="Oval 12">
            <a:extLst>
              <a:ext uri="{FF2B5EF4-FFF2-40B4-BE49-F238E27FC236}">
                <a16:creationId xmlns:a16="http://schemas.microsoft.com/office/drawing/2014/main" id="{9EF123E2-6882-E249-8E53-3676FD214158}"/>
              </a:ext>
            </a:extLst>
          </p:cNvPr>
          <p:cNvSpPr/>
          <p:nvPr/>
        </p:nvSpPr>
        <p:spPr>
          <a:xfrm>
            <a:off x="7437643" y="4913802"/>
            <a:ext cx="2305029" cy="1229193"/>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Sub-System 3</a:t>
            </a:r>
            <a:r>
              <a:rPr lang="en-US" dirty="0">
                <a:latin typeface="Arial" panose="020B0604020202020204" pitchFamily="34" charset="0"/>
                <a:cs typeface="Arial" panose="020B0604020202020204" pitchFamily="34" charset="0"/>
              </a:rPr>
              <a:t> </a:t>
            </a:r>
          </a:p>
        </p:txBody>
      </p:sp>
      <p:sp>
        <p:nvSpPr>
          <p:cNvPr id="14" name="Oval 13">
            <a:extLst>
              <a:ext uri="{FF2B5EF4-FFF2-40B4-BE49-F238E27FC236}">
                <a16:creationId xmlns:a16="http://schemas.microsoft.com/office/drawing/2014/main" id="{E06B8D05-06DB-F845-A2E8-3C44446666A8}"/>
              </a:ext>
            </a:extLst>
          </p:cNvPr>
          <p:cNvSpPr/>
          <p:nvPr/>
        </p:nvSpPr>
        <p:spPr>
          <a:xfrm>
            <a:off x="8475088" y="923318"/>
            <a:ext cx="2311252" cy="1229193"/>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Sub-System 2</a:t>
            </a:r>
            <a:r>
              <a:rPr lang="en-US" dirty="0">
                <a:latin typeface="Arial" panose="020B0604020202020204" pitchFamily="34" charset="0"/>
                <a:cs typeface="Arial" panose="020B0604020202020204" pitchFamily="34" charset="0"/>
              </a:rPr>
              <a:t> </a:t>
            </a:r>
          </a:p>
        </p:txBody>
      </p:sp>
      <p:sp>
        <p:nvSpPr>
          <p:cNvPr id="15" name="Oval 14">
            <a:extLst>
              <a:ext uri="{FF2B5EF4-FFF2-40B4-BE49-F238E27FC236}">
                <a16:creationId xmlns:a16="http://schemas.microsoft.com/office/drawing/2014/main" id="{327013C7-9606-114E-B9E1-FCF6F8352F42}"/>
              </a:ext>
            </a:extLst>
          </p:cNvPr>
          <p:cNvSpPr/>
          <p:nvPr/>
        </p:nvSpPr>
        <p:spPr>
          <a:xfrm>
            <a:off x="5225055" y="2554637"/>
            <a:ext cx="2305029" cy="1229193"/>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Sub-System 1</a:t>
            </a:r>
            <a:r>
              <a:rPr lang="en-US" dirty="0">
                <a:latin typeface="Arial" panose="020B0604020202020204" pitchFamily="34" charset="0"/>
                <a:cs typeface="Arial" panose="020B0604020202020204" pitchFamily="34" charset="0"/>
              </a:rPr>
              <a:t> </a:t>
            </a:r>
          </a:p>
        </p:txBody>
      </p:sp>
      <p:sp>
        <p:nvSpPr>
          <p:cNvPr id="16" name="Arc 15">
            <a:extLst>
              <a:ext uri="{FF2B5EF4-FFF2-40B4-BE49-F238E27FC236}">
                <a16:creationId xmlns:a16="http://schemas.microsoft.com/office/drawing/2014/main" id="{3C5D6E16-177A-C749-9BEC-1CB13CF132C0}"/>
              </a:ext>
            </a:extLst>
          </p:cNvPr>
          <p:cNvSpPr/>
          <p:nvPr/>
        </p:nvSpPr>
        <p:spPr>
          <a:xfrm>
            <a:off x="5598612" y="2909409"/>
            <a:ext cx="3634153" cy="4185759"/>
          </a:xfrm>
          <a:prstGeom prst="arc">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Arc 16">
            <a:extLst>
              <a:ext uri="{FF2B5EF4-FFF2-40B4-BE49-F238E27FC236}">
                <a16:creationId xmlns:a16="http://schemas.microsoft.com/office/drawing/2014/main" id="{EC7B55F2-21CA-394D-8E05-4DA703B409BB}"/>
              </a:ext>
            </a:extLst>
          </p:cNvPr>
          <p:cNvSpPr/>
          <p:nvPr/>
        </p:nvSpPr>
        <p:spPr>
          <a:xfrm rot="10633316">
            <a:off x="5521262" y="1382145"/>
            <a:ext cx="3634153" cy="4185759"/>
          </a:xfrm>
          <a:prstGeom prst="arc">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96F0B1ED-05B1-BF44-A1DC-47ECF6E504AE}"/>
              </a:ext>
            </a:extLst>
          </p:cNvPr>
          <p:cNvSpPr/>
          <p:nvPr/>
        </p:nvSpPr>
        <p:spPr>
          <a:xfrm rot="3799381">
            <a:off x="5932356" y="437553"/>
            <a:ext cx="4953618" cy="5048740"/>
          </a:xfrm>
          <a:prstGeom prst="arc">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Arc 22">
            <a:extLst>
              <a:ext uri="{FF2B5EF4-FFF2-40B4-BE49-F238E27FC236}">
                <a16:creationId xmlns:a16="http://schemas.microsoft.com/office/drawing/2014/main" id="{56EDAAF4-908F-084B-9B07-62CAD3976A56}"/>
              </a:ext>
            </a:extLst>
          </p:cNvPr>
          <p:cNvSpPr/>
          <p:nvPr/>
        </p:nvSpPr>
        <p:spPr>
          <a:xfrm rot="14001705">
            <a:off x="7931897" y="1379627"/>
            <a:ext cx="4168489" cy="4507162"/>
          </a:xfrm>
          <a:prstGeom prst="arc">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Arc 23">
            <a:extLst>
              <a:ext uri="{FF2B5EF4-FFF2-40B4-BE49-F238E27FC236}">
                <a16:creationId xmlns:a16="http://schemas.microsoft.com/office/drawing/2014/main" id="{EE94D21F-D762-2046-9AD7-F21B3194AC05}"/>
              </a:ext>
            </a:extLst>
          </p:cNvPr>
          <p:cNvSpPr/>
          <p:nvPr/>
        </p:nvSpPr>
        <p:spPr>
          <a:xfrm rot="7740037">
            <a:off x="6565776" y="-1430799"/>
            <a:ext cx="4567295" cy="6280108"/>
          </a:xfrm>
          <a:prstGeom prst="arc">
            <a:avLst>
              <a:gd name="adj1" fmla="val 16296776"/>
              <a:gd name="adj2" fmla="val 0"/>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TextBox 24">
            <a:extLst>
              <a:ext uri="{FF2B5EF4-FFF2-40B4-BE49-F238E27FC236}">
                <a16:creationId xmlns:a16="http://schemas.microsoft.com/office/drawing/2014/main" id="{75F3F348-1878-FB40-A143-FD03D30859A1}"/>
              </a:ext>
            </a:extLst>
          </p:cNvPr>
          <p:cNvSpPr txBox="1"/>
          <p:nvPr/>
        </p:nvSpPr>
        <p:spPr>
          <a:xfrm>
            <a:off x="4514564" y="3566905"/>
            <a:ext cx="106443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What S1 provides to S3</a:t>
            </a:r>
          </a:p>
        </p:txBody>
      </p:sp>
      <p:sp>
        <p:nvSpPr>
          <p:cNvPr id="26" name="TextBox 25">
            <a:extLst>
              <a:ext uri="{FF2B5EF4-FFF2-40B4-BE49-F238E27FC236}">
                <a16:creationId xmlns:a16="http://schemas.microsoft.com/office/drawing/2014/main" id="{CECEB785-6927-BD4B-B7BB-8582E2D3D5FF}"/>
              </a:ext>
            </a:extLst>
          </p:cNvPr>
          <p:cNvSpPr txBox="1"/>
          <p:nvPr/>
        </p:nvSpPr>
        <p:spPr>
          <a:xfrm>
            <a:off x="7344729" y="1741337"/>
            <a:ext cx="106443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What S3 provides to S2</a:t>
            </a:r>
          </a:p>
        </p:txBody>
      </p:sp>
      <p:sp>
        <p:nvSpPr>
          <p:cNvPr id="27" name="TextBox 26">
            <a:extLst>
              <a:ext uri="{FF2B5EF4-FFF2-40B4-BE49-F238E27FC236}">
                <a16:creationId xmlns:a16="http://schemas.microsoft.com/office/drawing/2014/main" id="{0BFBBC14-7A1C-7241-B9BE-1403D9BF14C7}"/>
              </a:ext>
            </a:extLst>
          </p:cNvPr>
          <p:cNvSpPr txBox="1"/>
          <p:nvPr/>
        </p:nvSpPr>
        <p:spPr>
          <a:xfrm>
            <a:off x="10820803" y="1580505"/>
            <a:ext cx="106443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What S2 provides to S3</a:t>
            </a:r>
          </a:p>
        </p:txBody>
      </p:sp>
      <p:sp>
        <p:nvSpPr>
          <p:cNvPr id="28" name="TextBox 27">
            <a:extLst>
              <a:ext uri="{FF2B5EF4-FFF2-40B4-BE49-F238E27FC236}">
                <a16:creationId xmlns:a16="http://schemas.microsoft.com/office/drawing/2014/main" id="{71429767-D225-1D4B-9A67-5C136E7EA76D}"/>
              </a:ext>
            </a:extLst>
          </p:cNvPr>
          <p:cNvSpPr txBox="1"/>
          <p:nvPr/>
        </p:nvSpPr>
        <p:spPr>
          <a:xfrm>
            <a:off x="8662005" y="2700302"/>
            <a:ext cx="106443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What S3 provides to S1</a:t>
            </a:r>
          </a:p>
        </p:txBody>
      </p:sp>
      <p:sp>
        <p:nvSpPr>
          <p:cNvPr id="29" name="TextBox 28">
            <a:extLst>
              <a:ext uri="{FF2B5EF4-FFF2-40B4-BE49-F238E27FC236}">
                <a16:creationId xmlns:a16="http://schemas.microsoft.com/office/drawing/2014/main" id="{C372855B-0005-B141-9720-98C8BD7C4745}"/>
              </a:ext>
            </a:extLst>
          </p:cNvPr>
          <p:cNvSpPr txBox="1"/>
          <p:nvPr/>
        </p:nvSpPr>
        <p:spPr>
          <a:xfrm>
            <a:off x="10819695" y="3979862"/>
            <a:ext cx="106443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What S1 provides to S4</a:t>
            </a:r>
          </a:p>
        </p:txBody>
      </p:sp>
      <p:sp>
        <p:nvSpPr>
          <p:cNvPr id="31" name="Oval 30">
            <a:extLst>
              <a:ext uri="{FF2B5EF4-FFF2-40B4-BE49-F238E27FC236}">
                <a16:creationId xmlns:a16="http://schemas.microsoft.com/office/drawing/2014/main" id="{F6176AEB-C3FE-5246-B28F-206BEDC76B5E}"/>
              </a:ext>
            </a:extLst>
          </p:cNvPr>
          <p:cNvSpPr/>
          <p:nvPr/>
        </p:nvSpPr>
        <p:spPr>
          <a:xfrm>
            <a:off x="331258" y="285451"/>
            <a:ext cx="2020930" cy="112097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Sub-System 7</a:t>
            </a:r>
            <a:r>
              <a:rPr lang="en-US" sz="1400" dirty="0">
                <a:latin typeface="Arial" panose="020B0604020202020204" pitchFamily="34" charset="0"/>
                <a:cs typeface="Arial" panose="020B0604020202020204" pitchFamily="34" charset="0"/>
              </a:rPr>
              <a:t> </a:t>
            </a:r>
          </a:p>
        </p:txBody>
      </p:sp>
      <p:sp>
        <p:nvSpPr>
          <p:cNvPr id="32" name="Oval 31">
            <a:extLst>
              <a:ext uri="{FF2B5EF4-FFF2-40B4-BE49-F238E27FC236}">
                <a16:creationId xmlns:a16="http://schemas.microsoft.com/office/drawing/2014/main" id="{97CFE4A6-0A6D-9E4B-A373-F31898770103}"/>
              </a:ext>
            </a:extLst>
          </p:cNvPr>
          <p:cNvSpPr/>
          <p:nvPr/>
        </p:nvSpPr>
        <p:spPr>
          <a:xfrm>
            <a:off x="355741" y="950662"/>
            <a:ext cx="2020930" cy="112097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Sub-System 6</a:t>
            </a:r>
            <a:r>
              <a:rPr lang="en-US" sz="1400" dirty="0">
                <a:latin typeface="Arial" panose="020B0604020202020204" pitchFamily="34" charset="0"/>
                <a:cs typeface="Arial" panose="020B0604020202020204" pitchFamily="34" charset="0"/>
              </a:rPr>
              <a:t> </a:t>
            </a:r>
          </a:p>
        </p:txBody>
      </p:sp>
      <p:sp>
        <p:nvSpPr>
          <p:cNvPr id="30" name="Oval 29">
            <a:extLst>
              <a:ext uri="{FF2B5EF4-FFF2-40B4-BE49-F238E27FC236}">
                <a16:creationId xmlns:a16="http://schemas.microsoft.com/office/drawing/2014/main" id="{4F2404AC-20EB-E34E-89EA-9756299F6511}"/>
              </a:ext>
            </a:extLst>
          </p:cNvPr>
          <p:cNvSpPr/>
          <p:nvPr/>
        </p:nvSpPr>
        <p:spPr>
          <a:xfrm>
            <a:off x="363965" y="1615767"/>
            <a:ext cx="2020930" cy="112097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Sub-System 5</a:t>
            </a:r>
            <a:r>
              <a:rPr lang="en-US" sz="1400" dirty="0">
                <a:latin typeface="Arial" panose="020B0604020202020204" pitchFamily="34" charset="0"/>
                <a:cs typeface="Arial" panose="020B0604020202020204" pitchFamily="34" charset="0"/>
              </a:rPr>
              <a:t> </a:t>
            </a:r>
          </a:p>
        </p:txBody>
      </p:sp>
      <p:sp>
        <p:nvSpPr>
          <p:cNvPr id="33" name="Arc 32">
            <a:extLst>
              <a:ext uri="{FF2B5EF4-FFF2-40B4-BE49-F238E27FC236}">
                <a16:creationId xmlns:a16="http://schemas.microsoft.com/office/drawing/2014/main" id="{10B688B9-B2B5-AC47-8615-18F054955629}"/>
              </a:ext>
            </a:extLst>
          </p:cNvPr>
          <p:cNvSpPr/>
          <p:nvPr/>
        </p:nvSpPr>
        <p:spPr>
          <a:xfrm>
            <a:off x="-319049" y="3649550"/>
            <a:ext cx="2460963" cy="1441891"/>
          </a:xfrm>
          <a:prstGeom prst="arc">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4" name="Arc 33">
            <a:extLst>
              <a:ext uri="{FF2B5EF4-FFF2-40B4-BE49-F238E27FC236}">
                <a16:creationId xmlns:a16="http://schemas.microsoft.com/office/drawing/2014/main" id="{1918ECD2-3823-404C-9E79-577AFCDB2990}"/>
              </a:ext>
            </a:extLst>
          </p:cNvPr>
          <p:cNvSpPr/>
          <p:nvPr/>
        </p:nvSpPr>
        <p:spPr>
          <a:xfrm>
            <a:off x="-363004" y="3932938"/>
            <a:ext cx="2460963" cy="1441891"/>
          </a:xfrm>
          <a:prstGeom prst="arc">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Arc 34">
            <a:extLst>
              <a:ext uri="{FF2B5EF4-FFF2-40B4-BE49-F238E27FC236}">
                <a16:creationId xmlns:a16="http://schemas.microsoft.com/office/drawing/2014/main" id="{6A197BFC-BC44-4146-A6FC-6B6C8B9AAA83}"/>
              </a:ext>
            </a:extLst>
          </p:cNvPr>
          <p:cNvSpPr/>
          <p:nvPr/>
        </p:nvSpPr>
        <p:spPr>
          <a:xfrm>
            <a:off x="-457542" y="4216326"/>
            <a:ext cx="2460963" cy="1441891"/>
          </a:xfrm>
          <a:prstGeom prst="arc">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6" name="Arc 35">
            <a:extLst>
              <a:ext uri="{FF2B5EF4-FFF2-40B4-BE49-F238E27FC236}">
                <a16:creationId xmlns:a16="http://schemas.microsoft.com/office/drawing/2014/main" id="{FB70A89A-1002-564D-888B-C3C6B9D5F0C2}"/>
              </a:ext>
            </a:extLst>
          </p:cNvPr>
          <p:cNvSpPr/>
          <p:nvPr/>
        </p:nvSpPr>
        <p:spPr>
          <a:xfrm>
            <a:off x="-539044" y="4504477"/>
            <a:ext cx="2460963" cy="1441891"/>
          </a:xfrm>
          <a:prstGeom prst="arc">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7" name="Arc 36">
            <a:extLst>
              <a:ext uri="{FF2B5EF4-FFF2-40B4-BE49-F238E27FC236}">
                <a16:creationId xmlns:a16="http://schemas.microsoft.com/office/drawing/2014/main" id="{2B08E24A-BC69-854C-9E01-6147D7689ADA}"/>
              </a:ext>
            </a:extLst>
          </p:cNvPr>
          <p:cNvSpPr/>
          <p:nvPr/>
        </p:nvSpPr>
        <p:spPr>
          <a:xfrm>
            <a:off x="-648100" y="4761582"/>
            <a:ext cx="2460963" cy="1441891"/>
          </a:xfrm>
          <a:prstGeom prst="arc">
            <a:avLst/>
          </a:prstGeom>
          <a:ln w="317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0" name="TextBox 39">
            <a:extLst>
              <a:ext uri="{FF2B5EF4-FFF2-40B4-BE49-F238E27FC236}">
                <a16:creationId xmlns:a16="http://schemas.microsoft.com/office/drawing/2014/main" id="{C31D4C9B-999B-AA40-93A4-248E4F4E9F53}"/>
              </a:ext>
            </a:extLst>
          </p:cNvPr>
          <p:cNvSpPr txBox="1"/>
          <p:nvPr/>
        </p:nvSpPr>
        <p:spPr>
          <a:xfrm>
            <a:off x="319487" y="2776204"/>
            <a:ext cx="2491212" cy="338554"/>
          </a:xfrm>
          <a:prstGeom prst="rect">
            <a:avLst/>
          </a:prstGeom>
          <a:noFill/>
        </p:spPr>
        <p:txBody>
          <a:bodyPr wrap="square" rtlCol="0">
            <a:spAutoFit/>
          </a:bodyPr>
          <a:lstStyle/>
          <a:p>
            <a:r>
              <a:rPr lang="en-US" sz="1600" i="1" dirty="0">
                <a:latin typeface="Arial" panose="020B0604020202020204" pitchFamily="34" charset="0"/>
                <a:cs typeface="Arial" panose="020B0604020202020204" pitchFamily="34" charset="0"/>
              </a:rPr>
              <a:t>Extra subsystems</a:t>
            </a:r>
          </a:p>
        </p:txBody>
      </p:sp>
      <p:sp>
        <p:nvSpPr>
          <p:cNvPr id="41" name="TextBox 40">
            <a:extLst>
              <a:ext uri="{FF2B5EF4-FFF2-40B4-BE49-F238E27FC236}">
                <a16:creationId xmlns:a16="http://schemas.microsoft.com/office/drawing/2014/main" id="{813ACB71-E1F3-8044-8FF4-003E81E7B19E}"/>
              </a:ext>
            </a:extLst>
          </p:cNvPr>
          <p:cNvSpPr txBox="1"/>
          <p:nvPr/>
        </p:nvSpPr>
        <p:spPr>
          <a:xfrm>
            <a:off x="294386" y="5524591"/>
            <a:ext cx="2491212" cy="338554"/>
          </a:xfrm>
          <a:prstGeom prst="rect">
            <a:avLst/>
          </a:prstGeom>
          <a:noFill/>
        </p:spPr>
        <p:txBody>
          <a:bodyPr wrap="square" rtlCol="0">
            <a:spAutoFit/>
          </a:bodyPr>
          <a:lstStyle/>
          <a:p>
            <a:r>
              <a:rPr lang="en-US" sz="1600" i="1" dirty="0">
                <a:latin typeface="Arial" panose="020B0604020202020204" pitchFamily="34" charset="0"/>
                <a:cs typeface="Arial" panose="020B0604020202020204" pitchFamily="34" charset="0"/>
              </a:rPr>
              <a:t>Extra arrows</a:t>
            </a:r>
          </a:p>
        </p:txBody>
      </p:sp>
    </p:spTree>
    <p:extLst>
      <p:ext uri="{BB962C8B-B14F-4D97-AF65-F5344CB8AC3E}">
        <p14:creationId xmlns:p14="http://schemas.microsoft.com/office/powerpoint/2010/main" val="22074373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1893</TotalTime>
  <Words>242</Words>
  <Application>Microsoft Macintosh PowerPoint</Application>
  <PresentationFormat>Custom</PresentationFormat>
  <Paragraphs>42</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David Ancor</cp:lastModifiedBy>
  <cp:revision>34</cp:revision>
  <cp:lastPrinted>2018-11-13T15:27:23Z</cp:lastPrinted>
  <dcterms:created xsi:type="dcterms:W3CDTF">2018-08-30T18:33:28Z</dcterms:created>
  <dcterms:modified xsi:type="dcterms:W3CDTF">2026-04-12T23:34:28Z</dcterms:modified>
</cp:coreProperties>
</file>