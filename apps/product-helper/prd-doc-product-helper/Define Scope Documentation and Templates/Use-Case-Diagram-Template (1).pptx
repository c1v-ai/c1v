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6"/>
  </p:notesMasterIdLst>
  <p:sldIdLst>
    <p:sldId id="258" r:id="rId2"/>
    <p:sldId id="262" r:id="rId3"/>
    <p:sldId id="263" r:id="rId4"/>
    <p:sldId id="257" r:id="rId5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42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6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1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Shape 94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3991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800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924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ctrTitle"/>
          </p:nvPr>
        </p:nvSpPr>
        <p:spPr>
          <a:xfrm>
            <a:off x="685801" y="1775358"/>
            <a:ext cx="7772400" cy="1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ubTitle" idx="1"/>
          </p:nvPr>
        </p:nvSpPr>
        <p:spPr>
          <a:xfrm>
            <a:off x="1371612" y="3238507"/>
            <a:ext cx="6400801" cy="1460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0" marR="0" lvl="0" indent="0" algn="ctr" rtl="0">
              <a:spcBef>
                <a:spcPts val="668"/>
              </a:spcBef>
              <a:spcAft>
                <a:spcPts val="0"/>
              </a:spcAft>
              <a:buClr>
                <a:srgbClr val="888888"/>
              </a:buClr>
              <a:buSzPts val="2900"/>
              <a:buFont typeface="Arial"/>
              <a:buNone/>
              <a:defRPr sz="322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ctr" rtl="0">
              <a:spcBef>
                <a:spcPts val="556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Arial"/>
              <a:buNone/>
              <a:defRPr sz="277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233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ctr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457210" y="1333513"/>
            <a:ext cx="8229601" cy="377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722310" y="3672424"/>
            <a:ext cx="7772400" cy="11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001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722310" y="2422268"/>
            <a:ext cx="7772400" cy="125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507995" marR="0" lvl="0" indent="-253996" algn="l" rtl="0"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9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Arial"/>
              <a:buNone/>
              <a:defRPr sz="177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sz="155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333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4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xfrm>
            <a:off x="457212" y="1000138"/>
            <a:ext cx="4038600" cy="282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2"/>
          </p:nvPr>
        </p:nvSpPr>
        <p:spPr>
          <a:xfrm>
            <a:off x="4648211" y="1000138"/>
            <a:ext cx="4038600" cy="282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457211" y="1279265"/>
            <a:ext cx="4040100" cy="53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507995" marR="0" lvl="0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33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7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2"/>
          </p:nvPr>
        </p:nvSpPr>
        <p:spPr>
          <a:xfrm>
            <a:off x="457211" y="1812404"/>
            <a:ext cx="4040100" cy="329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body" idx="3"/>
          </p:nvPr>
        </p:nvSpPr>
        <p:spPr>
          <a:xfrm>
            <a:off x="4645030" y="1279265"/>
            <a:ext cx="4041900" cy="53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507995" marR="0" lvl="0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233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77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55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4"/>
          </p:nvPr>
        </p:nvSpPr>
        <p:spPr>
          <a:xfrm>
            <a:off x="4645030" y="1812404"/>
            <a:ext cx="4041900" cy="329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36688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52771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5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457201" y="227551"/>
            <a:ext cx="3008400" cy="968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3575051" y="227549"/>
            <a:ext cx="5111700" cy="487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body" idx="2"/>
          </p:nvPr>
        </p:nvSpPr>
        <p:spPr>
          <a:xfrm>
            <a:off x="457201" y="1195922"/>
            <a:ext cx="3008400" cy="390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14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Shape 103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Shape 104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05" name="Shape 105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1792290" y="4000513"/>
            <a:ext cx="5486400" cy="472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pic" idx="2"/>
          </p:nvPr>
        </p:nvSpPr>
        <p:spPr>
          <a:xfrm>
            <a:off x="1792290" y="510650"/>
            <a:ext cx="5486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0" marR="0" lvl="0" indent="0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1792290" y="4472794"/>
            <a:ext cx="5486400" cy="67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253996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  <a:defRPr sz="14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253996" algn="l" rtl="0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8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 rot="5400000">
            <a:off x="2686179" y="-895462"/>
            <a:ext cx="3771666" cy="82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Shape 116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 rot="5400000">
            <a:off x="5829955" y="971452"/>
            <a:ext cx="365633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4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/>
            </a:lvl9pPr>
          </a:lstStyle>
          <a:p>
            <a:endParaRPr/>
          </a:p>
        </p:txBody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 rot="5400000">
            <a:off x="1638954" y="-1009752"/>
            <a:ext cx="365633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507995" marR="0" lvl="0" indent="-458604" algn="l" rtl="0">
              <a:spcBef>
                <a:spcPts val="668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32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15985" marR="0" lvl="1" indent="-430383" algn="l" rtl="0">
              <a:spcBef>
                <a:spcPts val="556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523978" marR="0" lvl="2" indent="-402163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33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031971" marR="0" lvl="3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39962" marR="0" lvl="4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47956" marR="0" lvl="5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3421" marR="0" lvl="6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3421" marR="0" lvl="7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-380994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124" name="Shape 124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57210" y="228874"/>
            <a:ext cx="8229601" cy="95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3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900"/>
              <a:buNone/>
              <a:defRPr sz="1100"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10" y="1333513"/>
            <a:ext cx="8229601" cy="377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t" anchorCtr="0"/>
          <a:lstStyle>
            <a:lvl1pPr marL="457200" marR="0" lvl="0" indent="-412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457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1" y="5296971"/>
            <a:ext cx="2895600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57150" rIns="57150" bIns="57150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1550" marR="0" lvl="1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03100" marR="0" lvl="2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54649" marR="0" lvl="3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0307" marR="0" lvl="4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71855" marR="0" lvl="5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23406" marR="0" lvl="6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174953" marR="0" lvl="7" indent="-14113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03421" marR="0" lvl="8" indent="0" algn="l" rtl="0">
              <a:spcBef>
                <a:spcPts val="0"/>
              </a:spcBef>
              <a:spcAft>
                <a:spcPts val="0"/>
              </a:spcAft>
              <a:buSzPts val="900"/>
              <a:buNone/>
              <a:defRPr sz="177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Copyright © 2018 eCornell. All rights reserved. All other copyrights, trademarks, trade names, and logos are the sole property of their respective owners. </a:t>
            </a:r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553211" y="5296971"/>
            <a:ext cx="2133601" cy="304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0825" rIns="81625" bIns="40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5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5A26DF-49D6-4930-8B74-A5AE5445D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75281-30FA-4418-BCFD-7E406A1E6377}"/>
              </a:ext>
            </a:extLst>
          </p:cNvPr>
          <p:cNvSpPr txBox="1"/>
          <p:nvPr/>
        </p:nvSpPr>
        <p:spPr>
          <a:xfrm>
            <a:off x="597877" y="1250302"/>
            <a:ext cx="733864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Instructions: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 this template to create your own use case diagram to show the interaction of use cases for your system. 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 help you navigate through this PowerPoint: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Slide 2 – Use Case Diagram Template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Slide 3 – Use Case Diagram Resources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Slide 4 – Use Case Diagram Example</a:t>
            </a:r>
          </a:p>
          <a:p>
            <a:pPr marL="457200" lvl="1"/>
            <a:endParaRPr lang="en-US" sz="12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To submit this assignment, please refer to the instructions in the course.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2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/>
        </p:nvSpPr>
        <p:spPr>
          <a:xfrm>
            <a:off x="818609" y="946673"/>
            <a:ext cx="7830539" cy="4022229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Shape 99"/>
          <p:cNvGrpSpPr/>
          <p:nvPr/>
        </p:nvGrpSpPr>
        <p:grpSpPr>
          <a:xfrm>
            <a:off x="422503" y="2778343"/>
            <a:ext cx="569786" cy="575830"/>
            <a:chOff x="178244" y="4745676"/>
            <a:chExt cx="911657" cy="921328"/>
          </a:xfrm>
        </p:grpSpPr>
        <p:pic>
          <p:nvPicPr>
            <p:cNvPr id="100" name="Shape 100" descr="C:\Users\drs44\AppData\Local\Microsoft\Windows\Temporary Internet Files\Content.IE5\A729P5YY\STANDING_STICK_FIGURE[1].jpg"/>
            <p:cNvPicPr preferRelativeResize="0"/>
            <p:nvPr/>
          </p:nvPicPr>
          <p:blipFill rotWithShape="1">
            <a:blip r:embed="rId3">
              <a:alphaModFix/>
            </a:blip>
            <a:srcRect l="26714" r="26714"/>
            <a:stretch/>
          </p:blipFill>
          <p:spPr>
            <a:xfrm>
              <a:off x="305410" y="4745676"/>
              <a:ext cx="323072" cy="6045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Shape 101"/>
            <p:cNvSpPr txBox="1"/>
            <p:nvPr/>
          </p:nvSpPr>
          <p:spPr>
            <a:xfrm>
              <a:off x="178244" y="5370970"/>
              <a:ext cx="911657" cy="296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41" tIns="28562" rIns="57141" bIns="28562" anchor="t" anchorCtr="0">
              <a:noAutofit/>
            </a:bodyPr>
            <a:lstStyle/>
            <a:p>
              <a:r>
                <a:rPr lang="en-US" sz="7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[Actor]</a:t>
              </a:r>
              <a:endParaRPr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Shape 102"/>
          <p:cNvSpPr txBox="1"/>
          <p:nvPr/>
        </p:nvSpPr>
        <p:spPr>
          <a:xfrm>
            <a:off x="4278583" y="959234"/>
            <a:ext cx="1117381" cy="30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41" tIns="28562" rIns="57141" bIns="28562" anchor="t" anchorCtr="0">
            <a:noAutofit/>
          </a:bodyPr>
          <a:lstStyle/>
          <a:p>
            <a:r>
              <a:rPr lang="en-US" sz="16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</a:t>
            </a:r>
            <a:endParaRPr sz="16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596444-F20A-4042-A0E7-7B07CCD61A39}"/>
              </a:ext>
            </a:extLst>
          </p:cNvPr>
          <p:cNvSpPr/>
          <p:nvPr/>
        </p:nvSpPr>
        <p:spPr>
          <a:xfrm>
            <a:off x="2556916" y="173437"/>
            <a:ext cx="41569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 Diagram Template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531"/>
          <p:cNvSpPr/>
          <p:nvPr/>
        </p:nvSpPr>
        <p:spPr>
          <a:xfrm>
            <a:off x="387275" y="638790"/>
            <a:ext cx="8466269" cy="4509734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hape 532"/>
          <p:cNvSpPr/>
          <p:nvPr/>
        </p:nvSpPr>
        <p:spPr>
          <a:xfrm rot="10800000" flipH="1">
            <a:off x="390720" y="641964"/>
            <a:ext cx="2440934" cy="169950"/>
          </a:xfrm>
          <a:prstGeom prst="snip1Rect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1894" y="620089"/>
            <a:ext cx="235496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</a:t>
            </a:r>
            <a:r>
              <a:rPr lang="en-US" sz="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.[Title – all caps with no spaces]</a:t>
            </a:r>
            <a:endParaRPr lang="en-US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71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14901-B15A-4D0E-A776-CCFE494A831D}"/>
              </a:ext>
            </a:extLst>
          </p:cNvPr>
          <p:cNvSpPr txBox="1"/>
          <p:nvPr/>
        </p:nvSpPr>
        <p:spPr>
          <a:xfrm>
            <a:off x="2398184" y="78441"/>
            <a:ext cx="5345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 Diagram Resources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DF6582-9A05-4AAB-9DB5-444AB22C4CAA}"/>
              </a:ext>
            </a:extLst>
          </p:cNvPr>
          <p:cNvSpPr/>
          <p:nvPr/>
        </p:nvSpPr>
        <p:spPr>
          <a:xfrm>
            <a:off x="942309" y="639422"/>
            <a:ext cx="2272482" cy="43335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1"/>
          </a:p>
        </p:txBody>
      </p:sp>
      <p:sp>
        <p:nvSpPr>
          <p:cNvPr id="70" name="Shape 479">
            <a:extLst>
              <a:ext uri="{FF2B5EF4-FFF2-40B4-BE49-F238E27FC236}">
                <a16:creationId xmlns:a16="http://schemas.microsoft.com/office/drawing/2014/main" id="{FD292D1B-4393-4928-AEE6-DF07868D2475}"/>
              </a:ext>
            </a:extLst>
          </p:cNvPr>
          <p:cNvSpPr/>
          <p:nvPr/>
        </p:nvSpPr>
        <p:spPr>
          <a:xfrm>
            <a:off x="2172571" y="854224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317795" y="2174003"/>
            <a:ext cx="513963" cy="431813"/>
            <a:chOff x="7847226" y="1800611"/>
            <a:chExt cx="513963" cy="431813"/>
          </a:xfrm>
        </p:grpSpPr>
        <p:cxnSp>
          <p:nvCxnSpPr>
            <p:cNvPr id="72" name="Shape 496">
              <a:extLst>
                <a:ext uri="{FF2B5EF4-FFF2-40B4-BE49-F238E27FC236}">
                  <a16:creationId xmlns:a16="http://schemas.microsoft.com/office/drawing/2014/main" id="{3945467B-52E7-4886-950A-4A2D822EF6C2}"/>
                </a:ext>
              </a:extLst>
            </p:cNvPr>
            <p:cNvCxnSpPr/>
            <p:nvPr/>
          </p:nvCxnSpPr>
          <p:spPr>
            <a:xfrm>
              <a:off x="7932189" y="1800611"/>
              <a:ext cx="365250" cy="43181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sp>
          <p:nvSpPr>
            <p:cNvPr id="73" name="Shape 517">
              <a:extLst>
                <a:ext uri="{FF2B5EF4-FFF2-40B4-BE49-F238E27FC236}">
                  <a16:creationId xmlns:a16="http://schemas.microsoft.com/office/drawing/2014/main" id="{AF47068C-E21A-4978-8DF4-E6AB89B0D041}"/>
                </a:ext>
              </a:extLst>
            </p:cNvPr>
            <p:cNvSpPr txBox="1"/>
            <p:nvPr/>
          </p:nvSpPr>
          <p:spPr>
            <a:xfrm>
              <a:off x="7847226" y="1933224"/>
              <a:ext cx="513963" cy="1154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sz="7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&lt;&lt;includes&gt;&gt;</a:t>
              </a:r>
              <a:endParaRPr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160164" y="2783213"/>
            <a:ext cx="935484" cy="142442"/>
            <a:chOff x="7689595" y="2432225"/>
            <a:chExt cx="935484" cy="142442"/>
          </a:xfrm>
        </p:grpSpPr>
        <p:cxnSp>
          <p:nvCxnSpPr>
            <p:cNvPr id="74" name="Shape 505">
              <a:extLst>
                <a:ext uri="{FF2B5EF4-FFF2-40B4-BE49-F238E27FC236}">
                  <a16:creationId xmlns:a16="http://schemas.microsoft.com/office/drawing/2014/main" id="{92FFFF54-4934-4B74-A068-F0B72FD2A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89595" y="2496977"/>
              <a:ext cx="935484" cy="5824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sp>
          <p:nvSpPr>
            <p:cNvPr id="75" name="Shape 521">
              <a:extLst>
                <a:ext uri="{FF2B5EF4-FFF2-40B4-BE49-F238E27FC236}">
                  <a16:creationId xmlns:a16="http://schemas.microsoft.com/office/drawing/2014/main" id="{C9F4614B-0671-43C7-B5AF-A9F34A6CBA8D}"/>
                </a:ext>
              </a:extLst>
            </p:cNvPr>
            <p:cNvSpPr txBox="1"/>
            <p:nvPr/>
          </p:nvSpPr>
          <p:spPr>
            <a:xfrm>
              <a:off x="7898160" y="2432225"/>
              <a:ext cx="517899" cy="1424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sz="75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&lt;&lt;extends&gt;&gt;</a:t>
              </a:r>
              <a:endParaRPr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9" name="Shape 509" descr="C:\Users\drs44\AppData\Local\Microsoft\Windows\Temporary Internet Files\Content.IE5\A729P5YY\STANDING_STICK_FIGURE[1].jpg">
            <a:extLst>
              <a:ext uri="{FF2B5EF4-FFF2-40B4-BE49-F238E27FC236}">
                <a16:creationId xmlns:a16="http://schemas.microsoft.com/office/drawing/2014/main" id="{B02A8A9C-AA50-4305-96B2-37169A554E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714" r="26714"/>
          <a:stretch/>
        </p:blipFill>
        <p:spPr>
          <a:xfrm>
            <a:off x="2495098" y="3719688"/>
            <a:ext cx="201920" cy="37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roup 10"/>
          <p:cNvGrpSpPr/>
          <p:nvPr/>
        </p:nvGrpSpPr>
        <p:grpSpPr>
          <a:xfrm>
            <a:off x="1138128" y="4619657"/>
            <a:ext cx="1933862" cy="184484"/>
            <a:chOff x="6722661" y="3853359"/>
            <a:chExt cx="1933862" cy="184484"/>
          </a:xfrm>
        </p:grpSpPr>
        <p:sp>
          <p:nvSpPr>
            <p:cNvPr id="86" name="Shape 532">
              <a:extLst>
                <a:ext uri="{FF2B5EF4-FFF2-40B4-BE49-F238E27FC236}">
                  <a16:creationId xmlns:a16="http://schemas.microsoft.com/office/drawing/2014/main" id="{1A7169B9-3D2A-4E95-95E5-37B43E9B80BE}"/>
                </a:ext>
              </a:extLst>
            </p:cNvPr>
            <p:cNvSpPr/>
            <p:nvPr/>
          </p:nvSpPr>
          <p:spPr>
            <a:xfrm rot="10800000" flipH="1">
              <a:off x="6741414" y="3867893"/>
              <a:ext cx="1896358" cy="169950"/>
            </a:xfrm>
            <a:prstGeom prst="snip1Rect">
              <a:avLst>
                <a:gd name="adj" fmla="val 5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41" tIns="28562" rIns="57141" bIns="28562" anchor="ctr" anchorCtr="0">
              <a:noAutofit/>
            </a:bodyPr>
            <a:lstStyle/>
            <a:p>
              <a:pPr algn="ctr"/>
              <a:endParaRPr sz="16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Shape 533">
              <a:extLst>
                <a:ext uri="{FF2B5EF4-FFF2-40B4-BE49-F238E27FC236}">
                  <a16:creationId xmlns:a16="http://schemas.microsoft.com/office/drawing/2014/main" id="{43AF7958-C0D4-4AEB-9C80-2D3D706A62BB}"/>
                </a:ext>
              </a:extLst>
            </p:cNvPr>
            <p:cNvSpPr txBox="1"/>
            <p:nvPr/>
          </p:nvSpPr>
          <p:spPr>
            <a:xfrm>
              <a:off x="6722661" y="3853359"/>
              <a:ext cx="1933862" cy="1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41" tIns="28562" rIns="57141" bIns="28562" anchor="t" anchorCtr="0">
              <a:noAutofit/>
            </a:bodyPr>
            <a:lstStyle/>
            <a:p>
              <a:r>
                <a:rPr lang="en-US" sz="750" b="1" dirty="0" err="1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uc</a:t>
              </a:r>
              <a:r>
                <a:rPr lang="en-US" sz="750" b="1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.[Title – all caps with no spaces]</a:t>
              </a:r>
              <a:endParaRPr lang="en-US" sz="75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  <a:p>
              <a:endParaRPr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ED3C859-B8E1-495C-9706-628DCB4E21E0}"/>
              </a:ext>
            </a:extLst>
          </p:cNvPr>
          <p:cNvSpPr txBox="1"/>
          <p:nvPr/>
        </p:nvSpPr>
        <p:spPr>
          <a:xfrm>
            <a:off x="1045199" y="948817"/>
            <a:ext cx="1260424" cy="3973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1" dirty="0"/>
              <a:t>Text bubble</a:t>
            </a:r>
          </a:p>
          <a:p>
            <a:endParaRPr lang="en-US" sz="1051" dirty="0"/>
          </a:p>
          <a:p>
            <a:endParaRPr lang="en-US" sz="1051" dirty="0"/>
          </a:p>
          <a:p>
            <a:r>
              <a:rPr lang="en-US" sz="1051" dirty="0"/>
              <a:t>Connector for Actors</a:t>
            </a:r>
          </a:p>
          <a:p>
            <a:endParaRPr lang="en-US" sz="1051" dirty="0"/>
          </a:p>
          <a:p>
            <a:endParaRPr lang="en-US" sz="1051" dirty="0"/>
          </a:p>
          <a:p>
            <a:endParaRPr lang="en-US" sz="1051" dirty="0"/>
          </a:p>
          <a:p>
            <a:r>
              <a:rPr lang="en-US" sz="1051" dirty="0"/>
              <a:t>Includes arrow</a:t>
            </a:r>
          </a:p>
          <a:p>
            <a:endParaRPr lang="en-US" sz="1051" dirty="0"/>
          </a:p>
          <a:p>
            <a:endParaRPr lang="en-US" sz="1051" dirty="0"/>
          </a:p>
          <a:p>
            <a:r>
              <a:rPr lang="en-US" sz="1051" dirty="0"/>
              <a:t>Extends arrow</a:t>
            </a:r>
          </a:p>
          <a:p>
            <a:endParaRPr lang="en-US" sz="1051" dirty="0"/>
          </a:p>
          <a:p>
            <a:endParaRPr lang="en-US" sz="1051" dirty="0"/>
          </a:p>
          <a:p>
            <a:r>
              <a:rPr lang="en-US" sz="1051" dirty="0"/>
              <a:t>Generalization arrow</a:t>
            </a:r>
          </a:p>
          <a:p>
            <a:endParaRPr lang="en-US" sz="1051" dirty="0"/>
          </a:p>
          <a:p>
            <a:endParaRPr lang="en-US" sz="1051" dirty="0"/>
          </a:p>
          <a:p>
            <a:r>
              <a:rPr lang="en-US" sz="1051" dirty="0"/>
              <a:t>Actor </a:t>
            </a:r>
          </a:p>
          <a:p>
            <a:endParaRPr lang="en-US" sz="1051" dirty="0"/>
          </a:p>
          <a:p>
            <a:endParaRPr lang="en-US" sz="1051" dirty="0"/>
          </a:p>
          <a:p>
            <a:r>
              <a:rPr lang="en-US" sz="1051" dirty="0"/>
              <a:t>Title box</a:t>
            </a:r>
          </a:p>
          <a:p>
            <a:endParaRPr lang="en-US" sz="1051" dirty="0"/>
          </a:p>
          <a:p>
            <a:endParaRPr lang="en-US" sz="1051" dirty="0"/>
          </a:p>
        </p:txBody>
      </p:sp>
      <p:cxnSp>
        <p:nvCxnSpPr>
          <p:cNvPr id="89" name="Shape 487">
            <a:extLst>
              <a:ext uri="{FF2B5EF4-FFF2-40B4-BE49-F238E27FC236}">
                <a16:creationId xmlns:a16="http://schemas.microsoft.com/office/drawing/2014/main" id="{ACF2DA9C-418F-4EE5-ACB8-F965AD81FE07}"/>
              </a:ext>
            </a:extLst>
          </p:cNvPr>
          <p:cNvCxnSpPr>
            <a:cxnSpLocks/>
          </p:cNvCxnSpPr>
          <p:nvPr/>
        </p:nvCxnSpPr>
        <p:spPr>
          <a:xfrm flipV="1">
            <a:off x="2373479" y="1444869"/>
            <a:ext cx="264790" cy="36256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" name="Group 7"/>
          <p:cNvGrpSpPr/>
          <p:nvPr/>
        </p:nvGrpSpPr>
        <p:grpSpPr>
          <a:xfrm>
            <a:off x="2447113" y="3155002"/>
            <a:ext cx="174469" cy="369708"/>
            <a:chOff x="7976544" y="2781610"/>
            <a:chExt cx="174469" cy="369708"/>
          </a:xfrm>
        </p:grpSpPr>
        <p:cxnSp>
          <p:nvCxnSpPr>
            <p:cNvPr id="71" name="Shape 527">
              <a:extLst>
                <a:ext uri="{FF2B5EF4-FFF2-40B4-BE49-F238E27FC236}">
                  <a16:creationId xmlns:a16="http://schemas.microsoft.com/office/drawing/2014/main" id="{9DD2243B-28C1-4825-ADC2-B7454739DC81}"/>
                </a:ext>
              </a:extLst>
            </p:cNvPr>
            <p:cNvCxnSpPr>
              <a:cxnSpLocks/>
            </p:cNvCxnSpPr>
            <p:nvPr/>
          </p:nvCxnSpPr>
          <p:spPr>
            <a:xfrm rot="2100000" flipV="1">
              <a:off x="8144193" y="2781610"/>
              <a:ext cx="6820" cy="3353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7" name="Shape 529">
              <a:extLst>
                <a:ext uri="{FF2B5EF4-FFF2-40B4-BE49-F238E27FC236}">
                  <a16:creationId xmlns:a16="http://schemas.microsoft.com/office/drawing/2014/main" id="{08DC082C-ADEF-4F0E-B56D-823E4AD9BD38}"/>
                </a:ext>
              </a:extLst>
            </p:cNvPr>
            <p:cNvSpPr/>
            <p:nvPr/>
          </p:nvSpPr>
          <p:spPr>
            <a:xfrm rot="12900000">
              <a:off x="7976544" y="3039623"/>
              <a:ext cx="128534" cy="111695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41" tIns="28562" rIns="57141" bIns="28562" anchor="ctr" anchorCtr="0">
              <a:noAutofit/>
            </a:bodyPr>
            <a:lstStyle/>
            <a:p>
              <a:pPr algn="ctr"/>
              <a:endParaRPr sz="16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993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/>
          <p:nvPr/>
        </p:nvSpPr>
        <p:spPr>
          <a:xfrm>
            <a:off x="2504799" y="3054284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Drives the System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Shape 472"/>
          <p:cNvSpPr/>
          <p:nvPr/>
        </p:nvSpPr>
        <p:spPr>
          <a:xfrm>
            <a:off x="4186769" y="2436220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Accelerates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Shape 473"/>
          <p:cNvSpPr/>
          <p:nvPr/>
        </p:nvSpPr>
        <p:spPr>
          <a:xfrm>
            <a:off x="3561128" y="3659753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Brakes</a:t>
            </a: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Shape 474"/>
          <p:cNvSpPr/>
          <p:nvPr/>
        </p:nvSpPr>
        <p:spPr>
          <a:xfrm>
            <a:off x="4763008" y="4252435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Parks the System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Shape 475"/>
          <p:cNvSpPr/>
          <p:nvPr/>
        </p:nvSpPr>
        <p:spPr>
          <a:xfrm>
            <a:off x="6579066" y="3030288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Steers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Shape 476"/>
          <p:cNvSpPr/>
          <p:nvPr/>
        </p:nvSpPr>
        <p:spPr>
          <a:xfrm>
            <a:off x="6579066" y="2039716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Lanes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Shape 477"/>
          <p:cNvSpPr/>
          <p:nvPr/>
        </p:nvSpPr>
        <p:spPr>
          <a:xfrm>
            <a:off x="6577031" y="4251299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Steers in Snow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Shape 478"/>
          <p:cNvSpPr/>
          <p:nvPr/>
        </p:nvSpPr>
        <p:spPr>
          <a:xfrm>
            <a:off x="5703259" y="2366731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Accelerate in Snow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Shape 479"/>
          <p:cNvSpPr/>
          <p:nvPr/>
        </p:nvSpPr>
        <p:spPr>
          <a:xfrm>
            <a:off x="2504799" y="1263744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Up the System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Shape 480"/>
          <p:cNvSpPr/>
          <p:nvPr/>
        </p:nvSpPr>
        <p:spPr>
          <a:xfrm>
            <a:off x="2514147" y="3880468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Shuts Down the System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Shape 481"/>
          <p:cNvSpPr/>
          <p:nvPr/>
        </p:nvSpPr>
        <p:spPr>
          <a:xfrm>
            <a:off x="6577032" y="1249712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Passing other Vehicles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Shape 482"/>
          <p:cNvSpPr/>
          <p:nvPr/>
        </p:nvSpPr>
        <p:spPr>
          <a:xfrm>
            <a:off x="5282603" y="1495214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Enters a Highway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Shape 483"/>
          <p:cNvSpPr/>
          <p:nvPr/>
        </p:nvSpPr>
        <p:spPr>
          <a:xfrm>
            <a:off x="3271003" y="2035988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Road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Shape 484"/>
          <p:cNvSpPr/>
          <p:nvPr/>
        </p:nvSpPr>
        <p:spPr>
          <a:xfrm>
            <a:off x="3847358" y="1274062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Exits a Highway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Shape 485"/>
          <p:cNvSpPr/>
          <p:nvPr/>
        </p:nvSpPr>
        <p:spPr>
          <a:xfrm>
            <a:off x="2432566" y="1162616"/>
            <a:ext cx="5069531" cy="364999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6" name="Shape 486" descr="C:\Users\drs44\AppData\Local\Microsoft\Windows\Temporary Internet Files\Content.IE5\A729P5YY\STANDING_STICK_FIGURE[1].jpg"/>
          <p:cNvPicPr preferRelativeResize="0"/>
          <p:nvPr/>
        </p:nvPicPr>
        <p:blipFill rotWithShape="1">
          <a:blip r:embed="rId3">
            <a:alphaModFix/>
          </a:blip>
          <a:srcRect l="26714" r="26714"/>
          <a:stretch/>
        </p:blipFill>
        <p:spPr>
          <a:xfrm>
            <a:off x="1915116" y="4305904"/>
            <a:ext cx="201920" cy="3778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Shape 487"/>
          <p:cNvCxnSpPr>
            <a:stCxn id="486" idx="0"/>
            <a:endCxn id="479" idx="3"/>
          </p:cNvCxnSpPr>
          <p:nvPr/>
        </p:nvCxnSpPr>
        <p:spPr>
          <a:xfrm rot="10800000" flipH="1">
            <a:off x="2016076" y="1682779"/>
            <a:ext cx="607313" cy="26231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8" name="Shape 488"/>
          <p:cNvCxnSpPr>
            <a:stCxn id="486" idx="3"/>
            <a:endCxn id="480" idx="2"/>
          </p:cNvCxnSpPr>
          <p:nvPr/>
        </p:nvCxnSpPr>
        <p:spPr>
          <a:xfrm rot="10800000" flipH="1">
            <a:off x="2117036" y="4126004"/>
            <a:ext cx="397125" cy="3688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9" name="Shape 489"/>
          <p:cNvCxnSpPr>
            <a:stCxn id="486" idx="3"/>
            <a:endCxn id="474" idx="2"/>
          </p:cNvCxnSpPr>
          <p:nvPr/>
        </p:nvCxnSpPr>
        <p:spPr>
          <a:xfrm>
            <a:off x="2117036" y="4494817"/>
            <a:ext cx="26460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0" name="Shape 490"/>
          <p:cNvSpPr txBox="1"/>
          <p:nvPr/>
        </p:nvSpPr>
        <p:spPr>
          <a:xfrm>
            <a:off x="1862780" y="4672199"/>
            <a:ext cx="352941" cy="17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41" tIns="28562" rIns="57141" bIns="28562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Shape 491"/>
          <p:cNvSpPr txBox="1"/>
          <p:nvPr/>
        </p:nvSpPr>
        <p:spPr>
          <a:xfrm>
            <a:off x="4656939" y="1117756"/>
            <a:ext cx="1178866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41" tIns="28562" rIns="57141" bIns="28562" anchor="t" anchorCtr="0">
            <a:noAutofit/>
          </a:bodyPr>
          <a:lstStyle/>
          <a:p>
            <a:r>
              <a:rPr lang="en-US" sz="1625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</a:t>
            </a:r>
            <a:endParaRPr sz="16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Shape 492"/>
          <p:cNvSpPr/>
          <p:nvPr/>
        </p:nvSpPr>
        <p:spPr>
          <a:xfrm>
            <a:off x="4917918" y="3334423"/>
            <a:ext cx="809581" cy="491004"/>
          </a:xfrm>
          <a:prstGeom prst="ellipse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r>
              <a:rPr lang="en-U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Brakes  in Snow</a:t>
            </a: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Shape 493"/>
          <p:cNvCxnSpPr>
            <a:stCxn id="486" idx="0"/>
            <a:endCxn id="471" idx="2"/>
          </p:cNvCxnSpPr>
          <p:nvPr/>
        </p:nvCxnSpPr>
        <p:spPr>
          <a:xfrm rot="10800000" flipH="1">
            <a:off x="2016076" y="3299779"/>
            <a:ext cx="488813" cy="10061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4" name="Shape 494"/>
          <p:cNvCxnSpPr>
            <a:stCxn id="471" idx="7"/>
            <a:endCxn id="483" idx="3"/>
          </p:cNvCxnSpPr>
          <p:nvPr/>
        </p:nvCxnSpPr>
        <p:spPr>
          <a:xfrm rot="10800000" flipH="1">
            <a:off x="3195820" y="2455126"/>
            <a:ext cx="193688" cy="67106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5" name="Shape 495"/>
          <p:cNvCxnSpPr>
            <a:stCxn id="471" idx="6"/>
            <a:endCxn id="475" idx="2"/>
          </p:cNvCxnSpPr>
          <p:nvPr/>
        </p:nvCxnSpPr>
        <p:spPr>
          <a:xfrm rot="10800000" flipH="1">
            <a:off x="3314380" y="3275786"/>
            <a:ext cx="3264750" cy="2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6" name="Shape 496"/>
          <p:cNvCxnSpPr>
            <a:stCxn id="471" idx="5"/>
            <a:endCxn id="473" idx="2"/>
          </p:cNvCxnSpPr>
          <p:nvPr/>
        </p:nvCxnSpPr>
        <p:spPr>
          <a:xfrm>
            <a:off x="3195820" y="3473381"/>
            <a:ext cx="365250" cy="4318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7" name="Shape 497"/>
          <p:cNvCxnSpPr>
            <a:stCxn id="471" idx="7"/>
            <a:endCxn id="472" idx="2"/>
          </p:cNvCxnSpPr>
          <p:nvPr/>
        </p:nvCxnSpPr>
        <p:spPr>
          <a:xfrm rot="10800000" flipH="1">
            <a:off x="3195820" y="2681814"/>
            <a:ext cx="990938" cy="44437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8" name="Shape 498"/>
          <p:cNvCxnSpPr>
            <a:stCxn id="483" idx="6"/>
            <a:endCxn id="476" idx="2"/>
          </p:cNvCxnSpPr>
          <p:nvPr/>
        </p:nvCxnSpPr>
        <p:spPr>
          <a:xfrm>
            <a:off x="4080583" y="2281490"/>
            <a:ext cx="2498438" cy="3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499" name="Shape 499"/>
          <p:cNvCxnSpPr>
            <a:stCxn id="476" idx="4"/>
            <a:endCxn id="475" idx="0"/>
          </p:cNvCxnSpPr>
          <p:nvPr/>
        </p:nvCxnSpPr>
        <p:spPr>
          <a:xfrm>
            <a:off x="6983856" y="2530719"/>
            <a:ext cx="0" cy="499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0" name="Shape 500"/>
          <p:cNvCxnSpPr>
            <a:stCxn id="474" idx="1"/>
            <a:endCxn id="473" idx="5"/>
          </p:cNvCxnSpPr>
          <p:nvPr/>
        </p:nvCxnSpPr>
        <p:spPr>
          <a:xfrm rot="10800000">
            <a:off x="4252130" y="4078903"/>
            <a:ext cx="629438" cy="24543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1" name="Shape 501"/>
          <p:cNvCxnSpPr>
            <a:stCxn id="474" idx="6"/>
            <a:endCxn id="475" idx="4"/>
          </p:cNvCxnSpPr>
          <p:nvPr/>
        </p:nvCxnSpPr>
        <p:spPr>
          <a:xfrm rot="10800000" flipH="1">
            <a:off x="5572588" y="3521249"/>
            <a:ext cx="1411313" cy="9766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2" name="Shape 502"/>
          <p:cNvCxnSpPr>
            <a:stCxn id="475" idx="1"/>
            <a:endCxn id="472" idx="5"/>
          </p:cNvCxnSpPr>
          <p:nvPr/>
        </p:nvCxnSpPr>
        <p:spPr>
          <a:xfrm rot="10800000">
            <a:off x="4877751" y="2855256"/>
            <a:ext cx="1819875" cy="24693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3" name="Shape 503"/>
          <p:cNvCxnSpPr>
            <a:endCxn id="473" idx="5"/>
          </p:cNvCxnSpPr>
          <p:nvPr/>
        </p:nvCxnSpPr>
        <p:spPr>
          <a:xfrm flipH="1">
            <a:off x="4252147" y="3545225"/>
            <a:ext cx="2654063" cy="5336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4" name="Shape 504"/>
          <p:cNvCxnSpPr>
            <a:stCxn id="474" idx="2"/>
            <a:endCxn id="480" idx="5"/>
          </p:cNvCxnSpPr>
          <p:nvPr/>
        </p:nvCxnSpPr>
        <p:spPr>
          <a:xfrm rot="10800000">
            <a:off x="3205258" y="4299562"/>
            <a:ext cx="1557750" cy="19837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5" name="Shape 505"/>
          <p:cNvCxnSpPr>
            <a:stCxn id="478" idx="2"/>
            <a:endCxn id="472" idx="6"/>
          </p:cNvCxnSpPr>
          <p:nvPr/>
        </p:nvCxnSpPr>
        <p:spPr>
          <a:xfrm flipH="1">
            <a:off x="4996383" y="2612233"/>
            <a:ext cx="706875" cy="6956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506" name="Shape 506"/>
          <p:cNvCxnSpPr>
            <a:stCxn id="492" idx="2"/>
            <a:endCxn id="473" idx="7"/>
          </p:cNvCxnSpPr>
          <p:nvPr/>
        </p:nvCxnSpPr>
        <p:spPr>
          <a:xfrm flipH="1">
            <a:off x="4252105" y="3579925"/>
            <a:ext cx="665813" cy="1516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507" name="Shape 507"/>
          <p:cNvSpPr txBox="1"/>
          <p:nvPr/>
        </p:nvSpPr>
        <p:spPr>
          <a:xfrm>
            <a:off x="4496069" y="2198894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Shape 508"/>
          <p:cNvCxnSpPr>
            <a:stCxn id="471" idx="1"/>
          </p:cNvCxnSpPr>
          <p:nvPr/>
        </p:nvCxnSpPr>
        <p:spPr>
          <a:xfrm rot="10800000" flipH="1">
            <a:off x="2623360" y="798376"/>
            <a:ext cx="1163063" cy="23278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09" name="Shape 509" descr="C:\Users\drs44\AppData\Local\Microsoft\Windows\Temporary Internet Files\Content.IE5\A729P5YY\STANDING_STICK_FIGURE[1].jpg"/>
          <p:cNvPicPr preferRelativeResize="0"/>
          <p:nvPr/>
        </p:nvPicPr>
        <p:blipFill rotWithShape="1">
          <a:blip r:embed="rId3">
            <a:alphaModFix/>
          </a:blip>
          <a:srcRect l="26714" r="26714"/>
          <a:stretch/>
        </p:blipFill>
        <p:spPr>
          <a:xfrm>
            <a:off x="3786474" y="609401"/>
            <a:ext cx="201920" cy="377826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Shape 510"/>
          <p:cNvSpPr txBox="1"/>
          <p:nvPr/>
        </p:nvSpPr>
        <p:spPr>
          <a:xfrm>
            <a:off x="3735790" y="956977"/>
            <a:ext cx="527239" cy="18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41" tIns="28562" rIns="57141" bIns="28562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Navigator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Shape 511"/>
          <p:cNvCxnSpPr>
            <a:stCxn id="476" idx="0"/>
            <a:endCxn id="481" idx="4"/>
          </p:cNvCxnSpPr>
          <p:nvPr/>
        </p:nvCxnSpPr>
        <p:spPr>
          <a:xfrm rot="10800000">
            <a:off x="6981793" y="1740653"/>
            <a:ext cx="2063" cy="29906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2" name="Shape 512"/>
          <p:cNvSpPr txBox="1"/>
          <p:nvPr/>
        </p:nvSpPr>
        <p:spPr>
          <a:xfrm>
            <a:off x="6751043" y="2701476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Shape 513"/>
          <p:cNvSpPr txBox="1"/>
          <p:nvPr/>
        </p:nvSpPr>
        <p:spPr>
          <a:xfrm>
            <a:off x="5913323" y="2972580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Shape 514"/>
          <p:cNvSpPr txBox="1"/>
          <p:nvPr/>
        </p:nvSpPr>
        <p:spPr>
          <a:xfrm>
            <a:off x="3799250" y="3223304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Shape 515"/>
          <p:cNvSpPr txBox="1"/>
          <p:nvPr/>
        </p:nvSpPr>
        <p:spPr>
          <a:xfrm>
            <a:off x="3500516" y="2856985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Shape 516"/>
          <p:cNvSpPr txBox="1"/>
          <p:nvPr/>
        </p:nvSpPr>
        <p:spPr>
          <a:xfrm>
            <a:off x="3084878" y="2679472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Shape 517"/>
          <p:cNvSpPr txBox="1"/>
          <p:nvPr/>
        </p:nvSpPr>
        <p:spPr>
          <a:xfrm>
            <a:off x="3110856" y="3605994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Shape 518"/>
          <p:cNvSpPr txBox="1"/>
          <p:nvPr/>
        </p:nvSpPr>
        <p:spPr>
          <a:xfrm>
            <a:off x="5928704" y="3631972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Shape 519"/>
          <p:cNvSpPr txBox="1"/>
          <p:nvPr/>
        </p:nvSpPr>
        <p:spPr>
          <a:xfrm>
            <a:off x="4374674" y="4164506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Shape 520"/>
          <p:cNvSpPr txBox="1"/>
          <p:nvPr/>
        </p:nvSpPr>
        <p:spPr>
          <a:xfrm>
            <a:off x="4353389" y="3594792"/>
            <a:ext cx="504998" cy="1061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Shape 521"/>
          <p:cNvSpPr txBox="1"/>
          <p:nvPr/>
        </p:nvSpPr>
        <p:spPr>
          <a:xfrm>
            <a:off x="5105520" y="2592479"/>
            <a:ext cx="501529" cy="108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Shape 522"/>
          <p:cNvSpPr txBox="1"/>
          <p:nvPr/>
        </p:nvSpPr>
        <p:spPr>
          <a:xfrm>
            <a:off x="3550971" y="4298722"/>
            <a:ext cx="509487" cy="108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3" name="Shape 523"/>
          <p:cNvCxnSpPr>
            <a:stCxn id="477" idx="0"/>
            <a:endCxn id="475" idx="4"/>
          </p:cNvCxnSpPr>
          <p:nvPr/>
        </p:nvCxnSpPr>
        <p:spPr>
          <a:xfrm rot="10800000" flipH="1">
            <a:off x="6981820" y="3521361"/>
            <a:ext cx="2063" cy="72993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524" name="Shape 524"/>
          <p:cNvSpPr txBox="1"/>
          <p:nvPr/>
        </p:nvSpPr>
        <p:spPr>
          <a:xfrm>
            <a:off x="6757250" y="3981885"/>
            <a:ext cx="507755" cy="108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&lt;&lt;extends&gt;&gt;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Shape 525"/>
          <p:cNvSpPr txBox="1"/>
          <p:nvPr/>
        </p:nvSpPr>
        <p:spPr>
          <a:xfrm>
            <a:off x="5764259" y="4157064"/>
            <a:ext cx="513963" cy="1154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&lt;&lt;includes&gt;&gt;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Shape 526"/>
          <p:cNvCxnSpPr>
            <a:stCxn id="483" idx="7"/>
            <a:endCxn id="482" idx="2"/>
          </p:cNvCxnSpPr>
          <p:nvPr/>
        </p:nvCxnSpPr>
        <p:spPr>
          <a:xfrm rot="10800000" flipH="1">
            <a:off x="3962023" y="1740769"/>
            <a:ext cx="1320563" cy="3671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7" name="Shape 527"/>
          <p:cNvCxnSpPr>
            <a:stCxn id="483" idx="0"/>
            <a:endCxn id="484" idx="3"/>
          </p:cNvCxnSpPr>
          <p:nvPr/>
        </p:nvCxnSpPr>
        <p:spPr>
          <a:xfrm rot="10800000" flipH="1">
            <a:off x="3675793" y="1693238"/>
            <a:ext cx="290063" cy="342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8" name="Shape 528"/>
          <p:cNvSpPr/>
          <p:nvPr/>
        </p:nvSpPr>
        <p:spPr>
          <a:xfrm rot="-6515175">
            <a:off x="3977624" y="2038353"/>
            <a:ext cx="128534" cy="111695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Shape 529"/>
          <p:cNvSpPr/>
          <p:nvPr/>
        </p:nvSpPr>
        <p:spPr>
          <a:xfrm rot="10800000">
            <a:off x="6917879" y="1921717"/>
            <a:ext cx="128534" cy="111695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Shape 530"/>
          <p:cNvSpPr/>
          <p:nvPr/>
        </p:nvSpPr>
        <p:spPr>
          <a:xfrm rot="-8347907">
            <a:off x="3649841" y="1937534"/>
            <a:ext cx="128534" cy="111695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Shape 531"/>
          <p:cNvSpPr/>
          <p:nvPr/>
        </p:nvSpPr>
        <p:spPr>
          <a:xfrm>
            <a:off x="1846628" y="591116"/>
            <a:ext cx="5715000" cy="4279106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Shape 532"/>
          <p:cNvSpPr/>
          <p:nvPr/>
        </p:nvSpPr>
        <p:spPr>
          <a:xfrm rot="10800000" flipH="1">
            <a:off x="1848126" y="594290"/>
            <a:ext cx="1896358" cy="169950"/>
          </a:xfrm>
          <a:prstGeom prst="snip1Rect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41" tIns="28562" rIns="57141" bIns="28562" anchor="ctr" anchorCtr="0">
            <a:noAutofit/>
          </a:bodyPr>
          <a:lstStyle/>
          <a:p>
            <a:pPr algn="ctr"/>
            <a:endParaRPr sz="16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Shape 533"/>
          <p:cNvSpPr txBox="1"/>
          <p:nvPr/>
        </p:nvSpPr>
        <p:spPr>
          <a:xfrm>
            <a:off x="1846628" y="591116"/>
            <a:ext cx="1933862" cy="17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41" tIns="28562" rIns="57141" bIns="28562" anchor="t" anchorCtr="0">
            <a:noAutofit/>
          </a:bodyPr>
          <a:lstStyle/>
          <a:p>
            <a:r>
              <a:rPr lang="en-US" sz="7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</a:t>
            </a:r>
            <a:r>
              <a:rPr lang="en-US" sz="7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SysMainOperationUseCases[Op Use Cases]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14901-B15A-4D0E-A776-CCFE494A831D}"/>
              </a:ext>
            </a:extLst>
          </p:cNvPr>
          <p:cNvSpPr txBox="1"/>
          <p:nvPr/>
        </p:nvSpPr>
        <p:spPr>
          <a:xfrm>
            <a:off x="2609632" y="0"/>
            <a:ext cx="5345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 Diagram Example</a:t>
            </a:r>
            <a:endParaRPr lang="en-US" sz="2400" b="1" dirty="0">
              <a:solidFill>
                <a:srgbClr val="A044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51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215</Words>
  <Application>Microsoft Macintosh PowerPoint</Application>
  <PresentationFormat>On-screen Show (16:10)</PresentationFormat>
  <Paragraphs>72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Tara Allred</dc:creator>
  <cp:lastModifiedBy>David Ancor</cp:lastModifiedBy>
  <cp:revision>13</cp:revision>
  <dcterms:modified xsi:type="dcterms:W3CDTF">2026-01-18T01:12:57Z</dcterms:modified>
</cp:coreProperties>
</file>