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3" r:id="rId2"/>
    <p:sldId id="262" r:id="rId3"/>
    <p:sldId id="256" r:id="rId4"/>
  </p:sldIdLst>
  <p:sldSz cx="10058400" cy="7315200"/>
  <p:notesSz cx="6858000" cy="9144000"/>
  <p:defaultTextStyle>
    <a:defPPr>
      <a:defRPr lang="en-US"/>
    </a:defPPr>
    <a:lvl1pPr marL="0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1pPr>
    <a:lvl2pPr marL="555955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2pPr>
    <a:lvl3pPr marL="1111910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3pPr>
    <a:lvl4pPr marL="1667866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4pPr>
    <a:lvl5pPr marL="2223821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5pPr>
    <a:lvl6pPr marL="2779776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6pPr>
    <a:lvl7pPr marL="3335731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7pPr>
    <a:lvl8pPr marL="3891686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8pPr>
    <a:lvl9pPr marL="4447642" algn="l" defTabSz="1111910" rtl="0" eaLnBrk="1" latinLnBrk="0" hangingPunct="1">
      <a:defRPr sz="21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27"/>
    <p:restoredTop sz="94694"/>
  </p:normalViewPr>
  <p:slideViewPr>
    <p:cSldViewPr>
      <p:cViewPr varScale="1">
        <p:scale>
          <a:sx n="96" d="100"/>
          <a:sy n="96" d="100"/>
        </p:scale>
        <p:origin x="2440" y="480"/>
      </p:cViewPr>
      <p:guideLst>
        <p:guide orient="horz" pos="2304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E7C1-72C0-4645-B38B-D0A012FB2BF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06513" y="1143000"/>
            <a:ext cx="4244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D7950-37A9-194E-AEB6-2BC48C57B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1pPr>
    <a:lvl2pPr marL="555955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2pPr>
    <a:lvl3pPr marL="1111910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3pPr>
    <a:lvl4pPr marL="1667866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4pPr>
    <a:lvl5pPr marL="2223821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5pPr>
    <a:lvl6pPr marL="2779776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6pPr>
    <a:lvl7pPr marL="3335731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7pPr>
    <a:lvl8pPr marL="3891686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8pPr>
    <a:lvl9pPr marL="4447642" algn="l" defTabSz="1111910" rtl="0" eaLnBrk="1" latinLnBrk="0" hangingPunct="1">
      <a:defRPr sz="145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D7950-37A9-194E-AEB6-2BC48C57B5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13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DD7950-37A9-194E-AEB6-2BC48C57B5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48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272454"/>
            <a:ext cx="854964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145280"/>
            <a:ext cx="704088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700695"/>
            <a:ext cx="8549640" cy="145288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100494"/>
            <a:ext cx="8549640" cy="160019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9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280161"/>
            <a:ext cx="4442460" cy="36203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1280161"/>
            <a:ext cx="4442460" cy="36203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5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92948"/>
            <a:ext cx="9052560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637454"/>
            <a:ext cx="4444207" cy="6824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" y="2319866"/>
            <a:ext cx="4444207" cy="421470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9529" y="1637454"/>
            <a:ext cx="4445953" cy="6824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9529" y="2319866"/>
            <a:ext cx="4445953" cy="421470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1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9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7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2" y="291252"/>
            <a:ext cx="3309144" cy="123952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555" y="291255"/>
            <a:ext cx="5622925" cy="624332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922" y="1530776"/>
            <a:ext cx="3309144" cy="50038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7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517" y="5120640"/>
            <a:ext cx="6035040" cy="60452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517" y="653626"/>
            <a:ext cx="6035040" cy="43891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517" y="5725161"/>
            <a:ext cx="6035040" cy="858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0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340" y="220133"/>
            <a:ext cx="2263140" cy="46803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220133"/>
            <a:ext cx="6621780" cy="46803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6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292948"/>
            <a:ext cx="905256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706881"/>
            <a:ext cx="9052560" cy="4827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780107"/>
            <a:ext cx="23469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2CB9-BFCA-4425-9ED4-95C11CFD7E79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6620" y="6780107"/>
            <a:ext cx="31851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08520" y="6780107"/>
            <a:ext cx="234696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08907-A72C-42F1-85E2-C728BD38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9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4175281-30FA-4418-BCFD-7E406A1E6377}"/>
              </a:ext>
            </a:extLst>
          </p:cNvPr>
          <p:cNvSpPr txBox="1"/>
          <p:nvPr/>
        </p:nvSpPr>
        <p:spPr>
          <a:xfrm>
            <a:off x="406644" y="1115722"/>
            <a:ext cx="6604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40" b="1" dirty="0">
                <a:latin typeface="Arial" panose="020B0604020202020204" pitchFamily="34" charset="0"/>
                <a:cs typeface="Arial" panose="020B0604020202020204" pitchFamily="34" charset="0"/>
              </a:rPr>
              <a:t>Instructions:</a:t>
            </a:r>
            <a:endParaRPr lang="en-US" sz="10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80" dirty="0">
                <a:latin typeface="Arial" panose="020B0604020202020204" pitchFamily="34" charset="0"/>
                <a:cs typeface="Arial" panose="020B0604020202020204" pitchFamily="34" charset="0"/>
              </a:rPr>
              <a:t>Use this template to create your own scope tree diagram to show the path of all the things needed to achieve a deliverable. </a:t>
            </a:r>
          </a:p>
          <a:p>
            <a:endParaRPr lang="en-US" sz="10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80" dirty="0">
                <a:latin typeface="Arial" panose="020B0604020202020204" pitchFamily="34" charset="0"/>
                <a:cs typeface="Arial" panose="020B0604020202020204" pitchFamily="34" charset="0"/>
              </a:rPr>
              <a:t>To help you navigate through this PowerPoint:</a:t>
            </a:r>
          </a:p>
          <a:p>
            <a:pPr marL="565785" lvl="1" indent="-154305">
              <a:buFont typeface="Arial" panose="020B0604020202020204" pitchFamily="34" charset="0"/>
              <a:buChar char="•"/>
            </a:pPr>
            <a:r>
              <a:rPr lang="en-US" sz="1080" dirty="0">
                <a:latin typeface="Arial" panose="020B0604020202020204" pitchFamily="34" charset="0"/>
                <a:cs typeface="Arial" panose="020B0604020202020204" pitchFamily="34" charset="0"/>
              </a:rPr>
              <a:t>Slide 2 – Scope Tree Template</a:t>
            </a:r>
          </a:p>
          <a:p>
            <a:pPr marL="565785" lvl="1" indent="-154305">
              <a:buFont typeface="Arial" panose="020B0604020202020204" pitchFamily="34" charset="0"/>
              <a:buChar char="•"/>
            </a:pPr>
            <a:r>
              <a:rPr lang="en-US" sz="1080" dirty="0">
                <a:latin typeface="Arial" panose="020B0604020202020204" pitchFamily="34" charset="0"/>
                <a:cs typeface="Arial" panose="020B0604020202020204" pitchFamily="34" charset="0"/>
              </a:rPr>
              <a:t>Slide 3 – Scope Tree Example</a:t>
            </a:r>
          </a:p>
          <a:p>
            <a:pPr marL="411480" lvl="1"/>
            <a:endParaRPr lang="en-US" sz="108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02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40"/>
          <p:cNvSpPr txBox="1">
            <a:spLocks/>
          </p:cNvSpPr>
          <p:nvPr/>
        </p:nvSpPr>
        <p:spPr>
          <a:xfrm>
            <a:off x="2626659" y="73661"/>
            <a:ext cx="4805081" cy="458954"/>
          </a:xfrm>
          <a:prstGeom prst="rect">
            <a:avLst/>
          </a:prstGeom>
        </p:spPr>
        <p:txBody>
          <a:bodyPr spcFirstLastPara="1" vert="horz" wrap="square" lIns="57150" tIns="57150" rIns="57150" bIns="57150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SzPts val="1100"/>
            </a:pPr>
            <a:r>
              <a:rPr lang="en-US" sz="2200" dirty="0"/>
              <a:t>Scope Tree Template</a:t>
            </a:r>
            <a:endParaRPr lang="en-US" sz="2200" b="1" dirty="0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91000" y="615608"/>
            <a:ext cx="167640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Your Mission</a:t>
            </a:r>
            <a:endParaRPr lang="en-US" sz="1050" b="1" dirty="0"/>
          </a:p>
          <a:p>
            <a:pPr algn="ctr"/>
            <a:r>
              <a:rPr lang="en-US" sz="1000" dirty="0"/>
              <a:t>(root 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7436" y="1364409"/>
            <a:ext cx="87832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Primary Deliverable</a:t>
            </a:r>
            <a:endParaRPr lang="en-US" sz="1000" b="1" dirty="0"/>
          </a:p>
        </p:txBody>
      </p:sp>
      <p:cxnSp>
        <p:nvCxnSpPr>
          <p:cNvPr id="11" name="Elbow Connector 10"/>
          <p:cNvCxnSpPr>
            <a:stCxn id="9" idx="2"/>
            <a:endCxn id="10" idx="0"/>
          </p:cNvCxnSpPr>
          <p:nvPr/>
        </p:nvCxnSpPr>
        <p:spPr>
          <a:xfrm rot="5400000">
            <a:off x="3993943" y="329151"/>
            <a:ext cx="317914" cy="17526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0" idx="2"/>
            <a:endCxn id="17" idx="0"/>
          </p:cNvCxnSpPr>
          <p:nvPr/>
        </p:nvCxnSpPr>
        <p:spPr>
          <a:xfrm rot="5400000">
            <a:off x="2910334" y="1722398"/>
            <a:ext cx="293368" cy="43916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02602" y="2088663"/>
            <a:ext cx="8696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447801" y="4048558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cxnSp>
        <p:nvCxnSpPr>
          <p:cNvPr id="22" name="Elbow Connector 21"/>
          <p:cNvCxnSpPr/>
          <p:nvPr/>
        </p:nvCxnSpPr>
        <p:spPr>
          <a:xfrm rot="10800000" flipV="1">
            <a:off x="8458202" y="2200294"/>
            <a:ext cx="530749" cy="2628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19764" y="2851666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365" y="3707894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" y="73661"/>
            <a:ext cx="14670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NameOfMainDeliverable</a:t>
            </a:r>
            <a:r>
              <a:rPr lang="en-US" sz="900" dirty="0"/>
              <a:t>(s)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762000"/>
            <a:ext cx="1828800" cy="38862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14789" y="1524000"/>
            <a:ext cx="744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deliverable </a:t>
            </a:r>
            <a:r>
              <a:rPr lang="en-US" sz="900" b="1"/>
              <a:t>/ task</a:t>
            </a:r>
            <a:endParaRPr lang="en-US" sz="7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7865935" y="835223"/>
            <a:ext cx="1714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Scope Tree Elements</a:t>
            </a:r>
          </a:p>
        </p:txBody>
      </p:sp>
    </p:spTree>
    <p:extLst>
      <p:ext uri="{BB962C8B-B14F-4D97-AF65-F5344CB8AC3E}">
        <p14:creationId xmlns:p14="http://schemas.microsoft.com/office/powerpoint/2010/main" val="155001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91000" y="665010"/>
            <a:ext cx="1737240" cy="4385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Your Mission</a:t>
            </a:r>
            <a:endParaRPr lang="en-US" sz="1050" b="1" dirty="0"/>
          </a:p>
          <a:p>
            <a:pPr algn="ctr"/>
            <a:r>
              <a:rPr lang="en-US" sz="1000" dirty="0"/>
              <a:t>(root node)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400" y="2929716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cxnSp>
        <p:nvCxnSpPr>
          <p:cNvPr id="10" name="Elbow Connector 9"/>
          <p:cNvCxnSpPr>
            <a:endCxn id="15" idx="0"/>
          </p:cNvCxnSpPr>
          <p:nvPr/>
        </p:nvCxnSpPr>
        <p:spPr>
          <a:xfrm>
            <a:off x="5059621" y="1200503"/>
            <a:ext cx="2571849" cy="12975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71800" y="1303947"/>
            <a:ext cx="87832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Primary Deliverable</a:t>
            </a:r>
            <a:endParaRPr lang="en-US" sz="1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096165" y="1330260"/>
            <a:ext cx="107060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Primary Deliverable</a:t>
            </a:r>
            <a:endParaRPr lang="en-US" sz="1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209801" y="2293778"/>
            <a:ext cx="8696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1905001" y="3406574"/>
            <a:ext cx="8381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6559317" y="2293778"/>
            <a:ext cx="911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8562244" y="2293778"/>
            <a:ext cx="911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8716340" y="3268076"/>
            <a:ext cx="74287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1828800" y="1596333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8533" y="2293778"/>
            <a:ext cx="8696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249778" y="2663110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3234516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1" y="3406574"/>
            <a:ext cx="8381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631996" y="3818547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821087" y="4174231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2626364" y="4174230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3657601" y="4885347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3748760" y="4174229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19800" y="1696614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8361" y="2839614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20000" y="2611014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6630" y="4123347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59903" y="3677814"/>
            <a:ext cx="911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6557837" y="4402705"/>
            <a:ext cx="911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intermediate deliverable</a:t>
            </a:r>
            <a:endParaRPr lang="en-US" sz="700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6642584" y="5063316"/>
            <a:ext cx="74287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(leaf)</a:t>
            </a:r>
            <a:endParaRPr lang="en-US" sz="7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7788722" y="3242417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37797" y="4690148"/>
            <a:ext cx="567640" cy="507831"/>
          </a:xfrm>
          <a:prstGeom prst="rect">
            <a:avLst/>
          </a:prstGeom>
          <a:solidFill>
            <a:srgbClr val="C1E49A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900" b="1" dirty="0"/>
              <a:t>Data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92161" y="3970946"/>
            <a:ext cx="807622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b="1" dirty="0"/>
              <a:t>Performance Criteria</a:t>
            </a:r>
          </a:p>
        </p:txBody>
      </p:sp>
      <p:cxnSp>
        <p:nvCxnSpPr>
          <p:cNvPr id="66" name="Elbow Connector 65"/>
          <p:cNvCxnSpPr>
            <a:stCxn id="4" idx="2"/>
            <a:endCxn id="13" idx="0"/>
          </p:cNvCxnSpPr>
          <p:nvPr/>
        </p:nvCxnSpPr>
        <p:spPr>
          <a:xfrm rot="5400000">
            <a:off x="4135115" y="379441"/>
            <a:ext cx="200354" cy="164865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13" idx="1"/>
            <a:endCxn id="44" idx="0"/>
          </p:cNvCxnSpPr>
          <p:nvPr/>
        </p:nvCxnSpPr>
        <p:spPr>
          <a:xfrm rot="10800000" flipV="1">
            <a:off x="2232611" y="1519390"/>
            <a:ext cx="739188" cy="7694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13" idx="2"/>
            <a:endCxn id="45" idx="0"/>
          </p:cNvCxnSpPr>
          <p:nvPr/>
        </p:nvCxnSpPr>
        <p:spPr>
          <a:xfrm rot="16200000" flipH="1">
            <a:off x="3532694" y="1613104"/>
            <a:ext cx="558945" cy="80240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13" idx="2"/>
            <a:endCxn id="28" idx="0"/>
          </p:cNvCxnSpPr>
          <p:nvPr/>
        </p:nvCxnSpPr>
        <p:spPr>
          <a:xfrm rot="5400000">
            <a:off x="2748328" y="1631140"/>
            <a:ext cx="558945" cy="76633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28" idx="1"/>
            <a:endCxn id="46" idx="0"/>
          </p:cNvCxnSpPr>
          <p:nvPr/>
        </p:nvCxnSpPr>
        <p:spPr>
          <a:xfrm rot="10800000" flipV="1">
            <a:off x="1653591" y="2478444"/>
            <a:ext cx="556211" cy="1846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46" idx="1"/>
            <a:endCxn id="47" idx="0"/>
          </p:cNvCxnSpPr>
          <p:nvPr/>
        </p:nvCxnSpPr>
        <p:spPr>
          <a:xfrm rot="10800000" flipV="1">
            <a:off x="1122020" y="2847776"/>
            <a:ext cx="127758" cy="38673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28" idx="2"/>
            <a:endCxn id="36" idx="0"/>
          </p:cNvCxnSpPr>
          <p:nvPr/>
        </p:nvCxnSpPr>
        <p:spPr>
          <a:xfrm rot="5400000">
            <a:off x="2112635" y="2874575"/>
            <a:ext cx="743464" cy="32053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/>
          <p:cNvCxnSpPr>
            <a:stCxn id="28" idx="2"/>
            <a:endCxn id="48" idx="0"/>
          </p:cNvCxnSpPr>
          <p:nvPr/>
        </p:nvCxnSpPr>
        <p:spPr>
          <a:xfrm rot="16200000" flipH="1">
            <a:off x="2646035" y="2661709"/>
            <a:ext cx="743464" cy="74626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36" idx="2"/>
            <a:endCxn id="50" idx="0"/>
          </p:cNvCxnSpPr>
          <p:nvPr/>
        </p:nvCxnSpPr>
        <p:spPr>
          <a:xfrm rot="5400000">
            <a:off x="1559437" y="3409568"/>
            <a:ext cx="398324" cy="113100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>
            <a:stCxn id="48" idx="2"/>
            <a:endCxn id="51" idx="0"/>
          </p:cNvCxnSpPr>
          <p:nvPr/>
        </p:nvCxnSpPr>
        <p:spPr>
          <a:xfrm rot="5400000">
            <a:off x="2995477" y="3778804"/>
            <a:ext cx="398323" cy="39252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>
            <a:stCxn id="48" idx="2"/>
            <a:endCxn id="53" idx="0"/>
          </p:cNvCxnSpPr>
          <p:nvPr/>
        </p:nvCxnSpPr>
        <p:spPr>
          <a:xfrm rot="16200000" flipH="1">
            <a:off x="3512579" y="3654227"/>
            <a:ext cx="398322" cy="64168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stCxn id="53" idx="2"/>
            <a:endCxn id="52" idx="0"/>
          </p:cNvCxnSpPr>
          <p:nvPr/>
        </p:nvCxnSpPr>
        <p:spPr>
          <a:xfrm rot="5400000">
            <a:off x="3929454" y="4782219"/>
            <a:ext cx="203287" cy="296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45" idx="2"/>
            <a:endCxn id="48" idx="0"/>
          </p:cNvCxnSpPr>
          <p:nvPr/>
        </p:nvCxnSpPr>
        <p:spPr>
          <a:xfrm rot="5400000">
            <a:off x="3430401" y="2623609"/>
            <a:ext cx="743464" cy="82246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/>
          <p:cNvCxnSpPr>
            <a:stCxn id="45" idx="3"/>
            <a:endCxn id="5" idx="0"/>
          </p:cNvCxnSpPr>
          <p:nvPr/>
        </p:nvCxnSpPr>
        <p:spPr>
          <a:xfrm>
            <a:off x="4648200" y="2478445"/>
            <a:ext cx="360021" cy="45127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stCxn id="5" idx="2"/>
            <a:endCxn id="49" idx="0"/>
          </p:cNvCxnSpPr>
          <p:nvPr/>
        </p:nvCxnSpPr>
        <p:spPr>
          <a:xfrm rot="5400000">
            <a:off x="4815613" y="3625939"/>
            <a:ext cx="381000" cy="421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/>
          <p:cNvCxnSpPr>
            <a:stCxn id="15" idx="1"/>
            <a:endCxn id="54" idx="0"/>
          </p:cNvCxnSpPr>
          <p:nvPr/>
        </p:nvCxnSpPr>
        <p:spPr>
          <a:xfrm rot="10800000" flipV="1">
            <a:off x="6423613" y="1545703"/>
            <a:ext cx="672553" cy="15091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/>
          <p:cNvCxnSpPr>
            <a:stCxn id="15" idx="2"/>
            <a:endCxn id="40" idx="0"/>
          </p:cNvCxnSpPr>
          <p:nvPr/>
        </p:nvCxnSpPr>
        <p:spPr>
          <a:xfrm rot="5400000">
            <a:off x="7056982" y="1719291"/>
            <a:ext cx="532632" cy="61634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/>
          <p:cNvCxnSpPr>
            <a:stCxn id="40" idx="3"/>
            <a:endCxn id="56" idx="1"/>
          </p:cNvCxnSpPr>
          <p:nvPr/>
        </p:nvCxnSpPr>
        <p:spPr>
          <a:xfrm>
            <a:off x="7470938" y="2478444"/>
            <a:ext cx="149063" cy="3172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/>
          <p:cNvCxnSpPr>
            <a:stCxn id="40" idx="1"/>
            <a:endCxn id="55" idx="0"/>
          </p:cNvCxnSpPr>
          <p:nvPr/>
        </p:nvCxnSpPr>
        <p:spPr>
          <a:xfrm rot="10800000" flipV="1">
            <a:off x="6072174" y="2478444"/>
            <a:ext cx="487145" cy="36117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/>
          <p:cNvCxnSpPr>
            <a:stCxn id="56" idx="3"/>
            <a:endCxn id="41" idx="1"/>
          </p:cNvCxnSpPr>
          <p:nvPr/>
        </p:nvCxnSpPr>
        <p:spPr>
          <a:xfrm flipV="1">
            <a:off x="8427622" y="2478444"/>
            <a:ext cx="134622" cy="3172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/>
          <p:cNvCxnSpPr>
            <a:stCxn id="56" idx="2"/>
            <a:endCxn id="61" idx="0"/>
          </p:cNvCxnSpPr>
          <p:nvPr/>
        </p:nvCxnSpPr>
        <p:spPr>
          <a:xfrm rot="16200000" flipH="1">
            <a:off x="7917141" y="3087016"/>
            <a:ext cx="262070" cy="4873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/>
          <p:cNvCxnSpPr>
            <a:stCxn id="41" idx="2"/>
            <a:endCxn id="42" idx="0"/>
          </p:cNvCxnSpPr>
          <p:nvPr/>
        </p:nvCxnSpPr>
        <p:spPr>
          <a:xfrm rot="16200000" flipH="1">
            <a:off x="8750433" y="2930732"/>
            <a:ext cx="604965" cy="6972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/>
          <p:cNvCxnSpPr>
            <a:stCxn id="58" idx="3"/>
            <a:endCxn id="57" idx="0"/>
          </p:cNvCxnSpPr>
          <p:nvPr/>
        </p:nvCxnSpPr>
        <p:spPr>
          <a:xfrm>
            <a:off x="7471524" y="3862480"/>
            <a:ext cx="598927" cy="2608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/>
          <p:cNvCxnSpPr>
            <a:stCxn id="40" idx="2"/>
            <a:endCxn id="58" idx="0"/>
          </p:cNvCxnSpPr>
          <p:nvPr/>
        </p:nvCxnSpPr>
        <p:spPr>
          <a:xfrm rot="16200000" flipH="1">
            <a:off x="6508068" y="3170169"/>
            <a:ext cx="1014704" cy="58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/>
          <p:cNvCxnSpPr>
            <a:stCxn id="58" idx="1"/>
            <a:endCxn id="63" idx="0"/>
          </p:cNvCxnSpPr>
          <p:nvPr/>
        </p:nvCxnSpPr>
        <p:spPr>
          <a:xfrm rot="10800000" flipV="1">
            <a:off x="5995974" y="3862480"/>
            <a:ext cx="563931" cy="10846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Elbow Connector 121"/>
          <p:cNvCxnSpPr>
            <a:stCxn id="58" idx="2"/>
            <a:endCxn id="59" idx="0"/>
          </p:cNvCxnSpPr>
          <p:nvPr/>
        </p:nvCxnSpPr>
        <p:spPr>
          <a:xfrm rot="5400000">
            <a:off x="6836902" y="4223892"/>
            <a:ext cx="355559" cy="206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/>
          <p:cNvCxnSpPr>
            <a:stCxn id="59" idx="2"/>
            <a:endCxn id="60" idx="0"/>
          </p:cNvCxnSpPr>
          <p:nvPr/>
        </p:nvCxnSpPr>
        <p:spPr>
          <a:xfrm rot="16200000" flipH="1">
            <a:off x="6868194" y="4917490"/>
            <a:ext cx="291278" cy="37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/>
          <p:cNvCxnSpPr>
            <a:stCxn id="59" idx="1"/>
            <a:endCxn id="62" idx="0"/>
          </p:cNvCxnSpPr>
          <p:nvPr/>
        </p:nvCxnSpPr>
        <p:spPr>
          <a:xfrm rot="10800000" flipV="1">
            <a:off x="6121617" y="4587371"/>
            <a:ext cx="436220" cy="10277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Elbow Connector 127"/>
          <p:cNvCxnSpPr>
            <a:stCxn id="60" idx="1"/>
            <a:endCxn id="62" idx="2"/>
          </p:cNvCxnSpPr>
          <p:nvPr/>
        </p:nvCxnSpPr>
        <p:spPr>
          <a:xfrm rot="10800000">
            <a:off x="6121617" y="5197978"/>
            <a:ext cx="520966" cy="18592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76200" y="152400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YourMission</a:t>
            </a:r>
            <a:endParaRPr lang="en-US" sz="900" dirty="0"/>
          </a:p>
        </p:txBody>
      </p:sp>
      <p:sp>
        <p:nvSpPr>
          <p:cNvPr id="132" name="TextBox 131"/>
          <p:cNvSpPr txBox="1"/>
          <p:nvPr/>
        </p:nvSpPr>
        <p:spPr>
          <a:xfrm>
            <a:off x="240363" y="5136887"/>
            <a:ext cx="29043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n w="1905"/>
                <a:solidFill>
                  <a:schemeClr val="accent2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Andalus" panose="02020603050405020304" pitchFamily="18" charset="-78"/>
              </a:rPr>
              <a:t>Lines coming into the bottom or sides of a node are elements that are necessary to complete that node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729298" y="61359"/>
            <a:ext cx="25494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Andalus" panose="02020603050405020304" pitchFamily="18" charset="-78"/>
              </a:rPr>
              <a:t>Scope Tree Example</a:t>
            </a:r>
          </a:p>
        </p:txBody>
      </p:sp>
      <p:cxnSp>
        <p:nvCxnSpPr>
          <p:cNvPr id="67" name="Elbow Connector 66"/>
          <p:cNvCxnSpPr>
            <a:stCxn id="15" idx="2"/>
            <a:endCxn id="41" idx="0"/>
          </p:cNvCxnSpPr>
          <p:nvPr/>
        </p:nvCxnSpPr>
        <p:spPr>
          <a:xfrm rot="16200000" flipH="1">
            <a:off x="8058445" y="1334170"/>
            <a:ext cx="532632" cy="138658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710364" y="4301385"/>
            <a:ext cx="744021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Starting deliverable / task </a:t>
            </a:r>
            <a:r>
              <a:rPr lang="en-US" sz="800" b="1" dirty="0"/>
              <a:t>(leaf)</a:t>
            </a:r>
            <a:endParaRPr lang="en-US" sz="700" b="1" dirty="0"/>
          </a:p>
        </p:txBody>
      </p:sp>
      <p:cxnSp>
        <p:nvCxnSpPr>
          <p:cNvPr id="70" name="Elbow Connector 69"/>
          <p:cNvCxnSpPr>
            <a:stCxn id="36" idx="2"/>
            <a:endCxn id="68" idx="0"/>
          </p:cNvCxnSpPr>
          <p:nvPr/>
        </p:nvCxnSpPr>
        <p:spPr>
          <a:xfrm rot="5400000">
            <a:off x="1940498" y="3917782"/>
            <a:ext cx="525478" cy="24172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72199" y="336185"/>
            <a:ext cx="290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n w="1905"/>
                <a:solidFill>
                  <a:schemeClr val="accent2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cs typeface="Andalus" panose="02020603050405020304" pitchFamily="18" charset="-78"/>
              </a:rPr>
              <a:t>Title allows you name and/or breadcrumb your deliverables</a:t>
            </a:r>
          </a:p>
        </p:txBody>
      </p:sp>
    </p:spTree>
    <p:extLst>
      <p:ext uri="{BB962C8B-B14F-4D97-AF65-F5344CB8AC3E}">
        <p14:creationId xmlns:p14="http://schemas.microsoft.com/office/powerpoint/2010/main" val="717769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221</Words>
  <Application>Microsoft Macintosh PowerPoint</Application>
  <PresentationFormat>Custom</PresentationFormat>
  <Paragraphs>68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Andalus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Cornell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R. Schneider</dc:creator>
  <cp:lastModifiedBy>David Ancor</cp:lastModifiedBy>
  <cp:revision>21</cp:revision>
  <dcterms:created xsi:type="dcterms:W3CDTF">2016-03-08T21:09:40Z</dcterms:created>
  <dcterms:modified xsi:type="dcterms:W3CDTF">2026-01-20T01:18:04Z</dcterms:modified>
</cp:coreProperties>
</file>