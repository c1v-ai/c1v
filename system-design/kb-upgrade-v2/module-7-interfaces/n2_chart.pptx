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7432000" cy="15430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N2 Chart — c1v Dual-Mode Platform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14 subsystems on the diagonal · upper triangle = forward flows · lower triangle = feedback · 32 internal interfaces (IF-01..IF-32)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" y="1463040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  Founder Web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Founder Web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2325188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SS2  Session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8754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SS2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Session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3187337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SS3  Agent Orchestrator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5668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SS3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Agent 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4049485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SS4  LLM Provider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2582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SS4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LLM Provider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4911634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SS5  Prompt Cache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39497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SS5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Prompt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5773782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SS6  Spec Generator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411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SS6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Spec Generator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6635931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SS7  Traceback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913325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SS7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Traceback 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7498079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SS8  CLI Bundle Emitter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50240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SS8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CLI Bundle Emitter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8360228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SS9  Probe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87154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SS9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Probe SDK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9222377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SS10  Metrics Collector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24068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SS10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Metrics Collector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10084525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SS11  Metric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660982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SS11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Metric Store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10946674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SS12  Recommendation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97897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SS12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Recommendation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" y="11808822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SS13  Auth / Credential Vault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34811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SS13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Auth / Credential Vault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" y="12670971"/>
            <a:ext cx="3200400" cy="862148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900" b="1">
                <a:solidFill>
                  <a:srgbClr val="FBFCFC"/>
                </a:solidFill>
                <a:latin typeface="Calibri"/>
              </a:rPr>
              <a:t>SS14  Audit Log 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71725" y="548640"/>
            <a:ext cx="1436914" cy="914400"/>
          </a:xfrm>
          <a:prstGeom prst="rect">
            <a:avLst/>
          </a:prstGeom>
          <a:solidFill>
            <a:srgbClr val="0B2C29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SS14</a:t>
            </a:r>
          </a:p>
          <a:p>
            <a:pPr algn="ctr"/>
            <a:r>
              <a:rPr sz="700" b="1">
                <a:solidFill>
                  <a:srgbClr val="FBFCFC"/>
                </a:solidFill>
                <a:latin typeface="Calibri"/>
              </a:rPr>
              <a:t>Audit Log Store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1463040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28754" y="1463040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5668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7602582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39497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0476411" y="1463040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IF-31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913325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3350240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4787154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6224068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7660982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19097897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20534811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21971725" y="1463040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2325188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IF-02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EC15,EC16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8754" y="2325188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5668" y="2325188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IF-03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EC5,EC6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02582" y="2325188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IF-09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39497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0476411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1913325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3350240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4787154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6224068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7660982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9097897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0534811" y="2325188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IF-28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971725" y="232518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4728754" y="3187337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IF-04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EC6,EC8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65668" y="3187337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2582" y="3187337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IF-07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EC8,EC5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39497" y="318733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IF-05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76411" y="318733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EC12,EC13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913325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3350240" y="318733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IF-15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EC14,EC12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787154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6224068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7660982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19097897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0534811" y="318733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1971725" y="3187337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IF-24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91840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4728754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6165668" y="4049485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IF-08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EC8,EC16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02582" y="4049485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39497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10476411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11913325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13350240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14787154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16224068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17660982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19097897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20534811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21971725" y="404948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3291840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4728754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6165668" y="491163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IF-06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02582" y="491163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IF-10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EC7,EC8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039497" y="4911634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76411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1913325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13350240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4787154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16224068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7660982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9097897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20534811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21971725" y="491163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3291840" y="5773782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IF-32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EC13,EC12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28754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6165668" y="5773782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IF-12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EC10,EC12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602582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9039497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10476411" y="5773782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913325" y="5773782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IF-13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350240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14787154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16224068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17660982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19097897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20534811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21971725" y="577378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3291840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4728754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6165668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7602582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9039497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0476411" y="6635931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IF-14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EC9,EC10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913325" y="6635931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3350240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4787154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6224068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17660982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19097897" y="6635931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IF-22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EC9,EC10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0534811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21971725" y="663593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3291840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4728754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6165668" y="7498079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IF-16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02582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9039497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10476411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11913325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13350240" y="7498079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4787154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16224068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7660982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19097897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20534811" y="7498079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2" name="Rectangle 141"/>
          <p:cNvSpPr/>
          <p:nvPr/>
        </p:nvSpPr>
        <p:spPr>
          <a:xfrm>
            <a:off x="21971725" y="7498079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IF-25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EC18,EC14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91840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4728754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6165668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7602582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9039497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10476411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11913325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13350240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14787154" y="8360228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6224068" y="8360228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IF-17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EC1,EC3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7660982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19097897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20534811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21971725" y="8360228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3291840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4728754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6165668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7602582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9039497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10476411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1913325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13350240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4787154" y="9222377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IF-18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EC1,EC3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6224068" y="9222377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7660982" y="9222377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IF-19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9097897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20534811" y="9222377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21971725" y="9222377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IF-26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EC18,EC1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91840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4728754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6165668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7602582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5" name="Rectangle 174"/>
          <p:cNvSpPr/>
          <p:nvPr/>
        </p:nvSpPr>
        <p:spPr>
          <a:xfrm>
            <a:off x="9039497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6" name="Rectangle 175"/>
          <p:cNvSpPr/>
          <p:nvPr/>
        </p:nvSpPr>
        <p:spPr>
          <a:xfrm>
            <a:off x="10476411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11913325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13350240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14787154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16224068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17660982" y="10084525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9097897" y="10084525"/>
            <a:ext cx="1436914" cy="862148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IF-20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EC2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0534811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21971725" y="10084525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3291840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4728754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6165668" y="1094667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IF-23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602582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9039497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10476411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1913325" y="10946674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IF-21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EC9,EC10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3350240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4787154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4" name="Rectangle 193"/>
          <p:cNvSpPr/>
          <p:nvPr/>
        </p:nvSpPr>
        <p:spPr>
          <a:xfrm>
            <a:off x="16224068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7660982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19097897" y="10946674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0534811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8" name="Rectangle 197"/>
          <p:cNvSpPr/>
          <p:nvPr/>
        </p:nvSpPr>
        <p:spPr>
          <a:xfrm>
            <a:off x="21971725" y="10946674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3291840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4728754" y="11808822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IF-27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EC17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165668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7602582" y="11808822"/>
            <a:ext cx="1436914" cy="862148"/>
          </a:xfrm>
          <a:prstGeom prst="rect">
            <a:avLst/>
          </a:prstGeom>
          <a:solidFill>
            <a:srgbClr val="FAC86E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IF-29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EC17,EC5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039497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4" name="Rectangle 203"/>
          <p:cNvSpPr/>
          <p:nvPr/>
        </p:nvSpPr>
        <p:spPr>
          <a:xfrm>
            <a:off x="10476411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11913325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13350240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14787154" y="11808822"/>
            <a:ext cx="1436914" cy="862148"/>
          </a:xfrm>
          <a:prstGeom prst="rect">
            <a:avLst/>
          </a:prstGeom>
          <a:solidFill>
            <a:srgbClr val="F18F01"/>
          </a:solidFill>
          <a:ln w="28575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IF-30</a:t>
            </a:r>
          </a:p>
          <a:p>
            <a:pPr algn="ctr"/>
            <a:r>
              <a:rPr sz="700" b="1">
                <a:solidFill>
                  <a:srgbClr val="0B2C29"/>
                </a:solidFill>
                <a:latin typeface="Calibri"/>
              </a:rPr>
              <a:t>EC17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6224068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09" name="Rectangle 208"/>
          <p:cNvSpPr/>
          <p:nvPr/>
        </p:nvSpPr>
        <p:spPr>
          <a:xfrm>
            <a:off x="17660982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0" name="Rectangle 209"/>
          <p:cNvSpPr/>
          <p:nvPr/>
        </p:nvSpPr>
        <p:spPr>
          <a:xfrm>
            <a:off x="19097897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20534811" y="11808822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SS13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1971725" y="11808822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3291840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4" name="Rectangle 213"/>
          <p:cNvSpPr/>
          <p:nvPr/>
        </p:nvSpPr>
        <p:spPr>
          <a:xfrm>
            <a:off x="4728754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6165668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7602582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9039497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8" name="Rectangle 217"/>
          <p:cNvSpPr/>
          <p:nvPr/>
        </p:nvSpPr>
        <p:spPr>
          <a:xfrm>
            <a:off x="10476411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1913325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0" name="Rectangle 219"/>
          <p:cNvSpPr/>
          <p:nvPr/>
        </p:nvSpPr>
        <p:spPr>
          <a:xfrm>
            <a:off x="13350240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14787154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2" name="Rectangle 221"/>
          <p:cNvSpPr/>
          <p:nvPr/>
        </p:nvSpPr>
        <p:spPr>
          <a:xfrm>
            <a:off x="16224068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3" name="Rectangle 222"/>
          <p:cNvSpPr/>
          <p:nvPr/>
        </p:nvSpPr>
        <p:spPr>
          <a:xfrm>
            <a:off x="17660982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4" name="Rectangle 223"/>
          <p:cNvSpPr/>
          <p:nvPr/>
        </p:nvSpPr>
        <p:spPr>
          <a:xfrm>
            <a:off x="19097897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20534811" y="12670971"/>
            <a:ext cx="1436914" cy="862148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26" name="Rectangle 225"/>
          <p:cNvSpPr/>
          <p:nvPr/>
        </p:nvSpPr>
        <p:spPr>
          <a:xfrm>
            <a:off x="21971725" y="12670971"/>
            <a:ext cx="1436914" cy="862148"/>
          </a:xfrm>
          <a:prstGeom prst="rect">
            <a:avLst/>
          </a:prstGeom>
          <a:solidFill>
            <a:srgbClr val="0B2C29"/>
          </a:solidFill>
          <a:ln w="19050">
            <a:solidFill>
              <a:srgbClr val="FBF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18F01"/>
                </a:solidFill>
                <a:latin typeface="Calibri"/>
              </a:rPr>
              <a:t>SS14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4356080" y="15361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BFCFC"/>
                </a:solidFill>
                <a:latin typeface="Calibri"/>
              </a:rPr>
              <a:t>▲ UPPER triangle — forward flow (request)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383280" y="13185647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BFCFC"/>
                </a:solidFill>
                <a:latin typeface="Calibri"/>
              </a:rPr>
              <a:t>▼ LOWER triangle — feedback (response/return)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65760" y="1389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Criticality (cell fill)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365760" y="14191488"/>
            <a:ext cx="320040" cy="256032"/>
          </a:xfrm>
          <a:prstGeom prst="rect">
            <a:avLst/>
          </a:prstGeom>
          <a:solidFill>
            <a:srgbClr val="F18F01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4980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828800" y="14191488"/>
            <a:ext cx="320040" cy="256032"/>
          </a:xfrm>
          <a:prstGeom prst="rect">
            <a:avLst/>
          </a:prstGeom>
          <a:solidFill>
            <a:srgbClr val="FAC86E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21284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3291840" y="14191488"/>
            <a:ext cx="320040" cy="256032"/>
          </a:xfrm>
          <a:prstGeom prst="rect">
            <a:avLst/>
          </a:prstGeom>
          <a:solidFill>
            <a:srgbClr val="5C9EC7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67588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754880" y="14191488"/>
            <a:ext cx="320040" cy="256032"/>
          </a:xfrm>
          <a:prstGeom prst="rect">
            <a:avLst/>
          </a:prstGeom>
          <a:solidFill>
            <a:srgbClr val="BDD6E8"/>
          </a:solidFill>
          <a:ln w="1270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0B2C29"/>
                </a:solidFill>
                <a:latin typeface="Calibri"/>
              </a:rPr>
              <a:t/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138928" y="141914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B2C29"/>
                </a:solidFill>
                <a:latin typeface="Calibri"/>
              </a:rPr>
              <a:t>low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3774400" y="1389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2C29"/>
                </a:solidFill>
                <a:latin typeface="Calibri"/>
              </a:rPr>
              <a:t>Grid totals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3774400" y="14191488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subsystems: 14</a:t>
            </a:r>
          </a:p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internal IFs: 32</a:t>
            </a:r>
          </a:p>
          <a:p>
            <a:pPr algn="l"/>
            <a:r>
              <a:rPr sz="900" b="0" i="0">
                <a:solidFill>
                  <a:srgbClr val="707070"/>
                </a:solidFill>
                <a:latin typeface="Calibri"/>
              </a:rPr>
              <a:t>external IFs: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2679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C29"/>
                </a:solidFill>
                <a:latin typeface="Calibri"/>
              </a:rPr>
              <a:t>N2 Chart — Interface Cell Detail</a:t>
            </a:r>
          </a:p>
          <a:p>
            <a:pPr algn="l"/>
            <a:r>
              <a:rPr sz="1300" i="1">
                <a:solidFill>
                  <a:srgbClr val="707070"/>
                </a:solidFill>
                <a:latin typeface="Calibri"/>
              </a:rPr>
              <a:t>Every non-zero cell · from → to · data summary · EC budget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34440"/>
            <a:ext cx="109728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IF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234440"/>
            <a:ext cx="1828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from →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234440"/>
            <a:ext cx="8686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data / EC drivers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78640" y="1234440"/>
            <a:ext cx="164592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crit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98880" y="1234440"/>
            <a:ext cx="109728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IF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96159" y="1234440"/>
            <a:ext cx="1828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from →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0" y="1234440"/>
            <a:ext cx="868680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data / EC drivers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0" y="1234440"/>
            <a:ext cx="1645920" cy="834390"/>
          </a:xfrm>
          <a:prstGeom prst="rect">
            <a:avLst/>
          </a:prstGeom>
          <a:solidFill>
            <a:srgbClr val="0B2C29"/>
          </a:solidFill>
          <a:ln w="19050">
            <a:solidFill>
              <a:srgbClr val="0B2C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>
                <a:solidFill>
                  <a:srgbClr val="FBFCFC"/>
                </a:solidFill>
                <a:latin typeface="Calibri"/>
              </a:rPr>
              <a:t>crit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688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0688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 → SS2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688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Founder auth + mode select · EC15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978640" y="206883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0322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90322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90322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Session state + UI stream · EC15,EC16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978640" y="290322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3761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73761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73761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Dispatch request (locked mode) · EC5,EC6,EC8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78640" y="373761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5720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5720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Agent run state · EC6,EC8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78640" y="457200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63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54063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4063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Cache lookup · EC7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978640" y="54063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4077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624077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SS5 → SS3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624077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Cache hit/miss response · EC7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978640" y="6240779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707517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3040" y="707517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707517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LLM call · EC8,EC5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78640" y="707517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790956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790956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SS4 → SS3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790956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Completion / tool calls · EC8,EC16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978640" y="790956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874395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874395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874395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Routing policy write · EC5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978640" y="874395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957834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957834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SS5 → SS4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957834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Cache-assisted call · EC7,EC8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978640" y="957834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104127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0" y="104127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104127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Generate spec request · EC12,EC13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978640" y="1041273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1124711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1124711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SS6 → SS3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1124711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Spec draft + review signal · EC10,EC12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978640" y="11247119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1208150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463040" y="1208150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SS6 → SS7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1208150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Citation check request · EC10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978640" y="12081509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129159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3040" y="129159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SS7 → SS6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129159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Traced citations · EC9,EC10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978640" y="1291590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137502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40" y="137502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137502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Emit CLI bundle · EC14,EC12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978640" y="137502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1458468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0" y="1458468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SS8 → SS3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91840" y="1458468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Emit receipt + signature · EC14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978640" y="1458468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898880" y="20688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996159" y="20688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SS9 → SS10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824960" y="20688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Probe payload · EC1,EC3,EC4,EC2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511760" y="206883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898880" y="290322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996159" y="290322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SS10 → SS9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824960" y="290322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Backpressure + config · EC1,EC3,EC4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511760" y="290322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898880" y="373761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IF-19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996159" y="373761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SS10 → SS11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824960" y="373761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Aggregated write · EC2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511760" y="373761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898880" y="45720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996159" y="45720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SS11 → SS12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824960" y="45720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Metric read + deviation · EC2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5511760" y="457200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898880" y="54063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996159" y="54063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SS12 → SS7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824960" y="54063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Citation lookup for recs · EC9,EC10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511760" y="54063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898880" y="624077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996159" y="624077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SS7 → SS12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824960" y="624077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Cited refs for recs · EC9,EC10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511760" y="6240779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898880" y="707517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4996159" y="707517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SS12 → SS3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824960" y="707517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Recommendation feed-back · EC10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5511760" y="707517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898880" y="790956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4996159" y="790956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SS3 → SS14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824960" y="790956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Audit log write · EC18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511760" y="790956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3898880" y="874395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4996159" y="874395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SS8 → SS14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824960" y="874395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CLI emission audit · EC18,EC14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511760" y="874395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898880" y="957834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4996159" y="957834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SS10 → SS14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824960" y="957834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Probe rejection audit · EC18,EC1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511760" y="957834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3898880" y="1041273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4996159" y="1041273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SS13 → SS2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6824960" y="1041273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Session token issue · EC17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511760" y="1041273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898880" y="1124711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4996159" y="1124711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SS2 → SS13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824960" y="1124711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Token refresh / rotate · EC17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5511760" y="11247119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898880" y="12081509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IF-29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4996159" y="12081509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SS13 → SS4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6824960" y="12081509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Provider credentials · EC17,EC5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5511760" y="12081509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3898880" y="1291590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IF-30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4996159" y="1291590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SS13 → SS9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6824960" y="1291590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Probe credentials · EC17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5511760" y="12915900"/>
            <a:ext cx="1645920" cy="834390"/>
          </a:xfrm>
          <a:prstGeom prst="rect">
            <a:avLst/>
          </a:prstGeom>
          <a:solidFill>
            <a:srgbClr val="F18F01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critical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898880" y="1375029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IF-31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4996159" y="1375029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SS1 → SS6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824960" y="1375029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Spec review approvals · EC13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5511760" y="13750290"/>
            <a:ext cx="1645920" cy="834390"/>
          </a:xfrm>
          <a:prstGeom prst="rect">
            <a:avLst/>
          </a:prstGeom>
          <a:solidFill>
            <a:srgbClr val="FAC86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high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3898880" y="14584680"/>
            <a:ext cx="109728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1">
                <a:solidFill>
                  <a:srgbClr val="0B2C29"/>
                </a:solidFill>
                <a:latin typeface="Calibri"/>
              </a:rPr>
              <a:t>IF-32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4996159" y="14584680"/>
            <a:ext cx="1828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SS6 → SS1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6824960" y="14584680"/>
            <a:ext cx="868680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700" b="0">
                <a:solidFill>
                  <a:srgbClr val="0B2C29"/>
                </a:solidFill>
                <a:latin typeface="Calibri"/>
              </a:rPr>
              <a:t>Spec preview render · EC13,EC12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5511760" y="14584680"/>
            <a:ext cx="1645920" cy="834390"/>
          </a:xfrm>
          <a:prstGeom prst="rect">
            <a:avLst/>
          </a:prstGeom>
          <a:solidFill>
            <a:srgbClr val="FBFCFC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00" b="0">
                <a:solidFill>
                  <a:srgbClr val="0B2C29"/>
                </a:solidFill>
                <a:latin typeface="Calibri"/>
              </a:rPr>
              <a:t>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