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7432000" cy="15430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Top-Level Data Flow Diagram — c1v Dual-Mode Platform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14 subsystems (solid) · 10 external actors (dashed) · every arrow labels data + EC budget · critical flows drawn heavier + Tangerine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54480" y="5029200"/>
            <a:ext cx="24140160" cy="6949440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c1v Dual-Mode Platform (boundary)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2606039"/>
            <a:ext cx="292608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Founders / PMs /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Engineers / Admins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Identity Providers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(OIDC / SAML)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LLM Providers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(Anthropic / OpenAI / 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Documentation Sources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(vendor specs, RFCs)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IDE / CLI Clients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(Claude Code / Cursor)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1096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Version Control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(git / HTTPS)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37040" y="2606039"/>
            <a:ext cx="274320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CI / CD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0" y="13030200"/>
            <a:ext cx="310896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Customer Prod Systems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+ Observability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3030200"/>
            <a:ext cx="292608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Cloud Providers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(AWS / GCP / Azure)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93840" y="13030200"/>
            <a:ext cx="3108960" cy="100584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Compliance Frameworks</a:t>
            </a:r>
          </a:p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(SOC2/HIPAA/GDPR)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7680960"/>
            <a:ext cx="2377440" cy="1097280"/>
          </a:xfrm>
          <a:prstGeom prst="rect">
            <a:avLst/>
          </a:prstGeom>
          <a:solidFill>
            <a:srgbClr val="5C9EC7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SS1  Founder Web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5852160"/>
            <a:ext cx="2377440" cy="1097280"/>
          </a:xfrm>
          <a:prstGeom prst="rect">
            <a:avLst/>
          </a:prstGeom>
          <a:solidFill>
            <a:srgbClr val="0B2C29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SS2  Session Manager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mode: cloud /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9509760"/>
            <a:ext cx="2377440" cy="1097280"/>
          </a:xfrm>
          <a:prstGeom prst="rect">
            <a:avLst/>
          </a:prstGeom>
          <a:solidFill>
            <a:srgbClr val="0B2C29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SS13  Auth / Credential Vault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90d rotation (EC17)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760720"/>
            <a:ext cx="2560320" cy="128016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SS3  Agent Orchestrator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LangGraph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7909559"/>
            <a:ext cx="2377440" cy="100584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SS5  Prompt Cache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≥70% hit target (EC7)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987552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SS4  LLM Provider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0" y="585216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SS6  Spec Generator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Mermaid 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0" y="7909559"/>
            <a:ext cx="2377440" cy="100584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SS7  Traceback Store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TTL 24h · 7d refresh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0" y="987552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SS8  CLI Bundle Emitter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≤5 MB (EC14)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9875520"/>
            <a:ext cx="2377440" cy="109728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SS14  Audit Log Store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90d retention (EC18)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0" y="7863840"/>
            <a:ext cx="2377440" cy="1097280"/>
          </a:xfrm>
          <a:prstGeom prst="rect">
            <a:avLst/>
          </a:prstGeom>
          <a:solidFill>
            <a:srgbClr val="E8C88B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SS9  Probe SDK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customer-side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93839" y="786384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SS10  Metrics Collector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19920" y="7909559"/>
            <a:ext cx="2377440" cy="1005840"/>
          </a:xfrm>
          <a:prstGeom prst="rect">
            <a:avLst/>
          </a:prstGeom>
          <a:solidFill>
            <a:srgbClr val="A6B2B0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SS11  Metric Store</a:t>
            </a:r>
          </a:p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60-min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19920" y="5852160"/>
            <a:ext cx="2377440" cy="1097280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SS12  Recommendation Engine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389120" y="6400800"/>
            <a:ext cx="822960" cy="182880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0" y="7068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IF-01 login+mode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389120" y="6400800"/>
            <a:ext cx="822960" cy="182880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57600" y="7068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IF-02 SSE ≤50ms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00400" y="8778240"/>
            <a:ext cx="0" cy="31089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00400" y="11887200"/>
            <a:ext cx="107899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990320" y="5852160"/>
            <a:ext cx="0" cy="603504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52360" y="116403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IF-31 approve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990320" y="6949440"/>
            <a:ext cx="0" cy="539496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200400" y="12344400"/>
            <a:ext cx="10789920" cy="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200400" y="8778240"/>
            <a:ext cx="0" cy="356616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52360" y="120975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IF-32 mermaid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89520" y="6400800"/>
            <a:ext cx="146304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780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IF-03 dispatch (mode LOCKED)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7589520" y="6400800"/>
            <a:ext cx="1463040" cy="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1780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IF-04 run state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89520" y="6400800"/>
            <a:ext cx="182880" cy="40233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72400" y="10424160"/>
            <a:ext cx="13716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3796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IF-09 routing policy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32720" y="7040880"/>
            <a:ext cx="0" cy="868679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89720" y="722833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IF-05 lookup (EC7)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0332720" y="7040880"/>
            <a:ext cx="0" cy="868679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189720" y="722833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IF-06 hit/miss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332720" y="8915400"/>
            <a:ext cx="0" cy="96012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89720" y="91485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IF-10 prefix reuse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612880" y="6400800"/>
            <a:ext cx="0" cy="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612880" y="6400800"/>
            <a:ext cx="0" cy="402336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0332720" y="9875520"/>
            <a:ext cx="1280160" cy="54864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46988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IF-07 LLM call ≤8000 tok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521440" y="10424160"/>
            <a:ext cx="822960" cy="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2344400" y="7132320"/>
            <a:ext cx="0" cy="329184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0332720" y="7040880"/>
            <a:ext cx="2011680" cy="9144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1201400" y="85313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IF-08 completion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612880" y="6400800"/>
            <a:ext cx="118872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0642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IF-11 gen spec (EC12/EC13)</a:t>
            </a:r>
          </a:p>
        </p:txBody>
      </p:sp>
      <p:cxnSp>
        <p:nvCxnSpPr>
          <p:cNvPr id="64" name="Connector 63"/>
          <p:cNvCxnSpPr/>
          <p:nvPr/>
        </p:nvCxnSpPr>
        <p:spPr>
          <a:xfrm flipH="1">
            <a:off x="11612880" y="6400800"/>
            <a:ext cx="118872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0642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IF-12 draft+pending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3990320" y="6949440"/>
            <a:ext cx="0" cy="960119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2847320" y="7182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IF-13 citation check HARD floor (EC10)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3990320" y="6949440"/>
            <a:ext cx="0" cy="960119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2847320" y="7182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IF-14 citations TTL=24h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612880" y="6400800"/>
            <a:ext cx="164592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258800" y="6400800"/>
            <a:ext cx="0" cy="40233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2801600" y="10424160"/>
            <a:ext cx="45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211580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IF-15 emit CLI (citation gate PASS)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2801600" y="10424160"/>
            <a:ext cx="18288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2984480" y="6583680"/>
            <a:ext cx="0" cy="384048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1612880" y="6400800"/>
            <a:ext cx="1371600" cy="18288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841480" y="82570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IF-16 receipt+sig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8562320" y="8412480"/>
            <a:ext cx="731519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778508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IF-17 probe ≤6/min ≤4KB (EC1/3/4)</a:t>
            </a:r>
          </a:p>
        </p:txBody>
      </p:sp>
      <p:cxnSp>
        <p:nvCxnSpPr>
          <p:cNvPr id="80" name="Connector 79"/>
          <p:cNvCxnSpPr/>
          <p:nvPr/>
        </p:nvCxnSpPr>
        <p:spPr>
          <a:xfrm flipH="1">
            <a:off x="18562320" y="8412480"/>
            <a:ext cx="731519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778508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IF-18 backpressure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1671280" y="8412480"/>
            <a:ext cx="54864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0802600" y="81655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IF-19 aggregate 60-min (EC2)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23408640" y="6949440"/>
            <a:ext cx="0" cy="960119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2265640" y="7182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IF-20 deviation pull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15179040" y="6400800"/>
            <a:ext cx="7040880" cy="201168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7556480" y="715975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IF-21 citation lookup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5179040" y="8412480"/>
            <a:ext cx="1280160" cy="27432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6459200" y="6400800"/>
            <a:ext cx="5760720" cy="228600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4676120" y="83027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IF-22 cited refs</a:t>
            </a:r>
          </a:p>
        </p:txBody>
      </p:sp>
      <p:cxnSp>
        <p:nvCxnSpPr>
          <p:cNvPr id="91" name="Connector 90"/>
          <p:cNvCxnSpPr/>
          <p:nvPr/>
        </p:nvCxnSpPr>
        <p:spPr>
          <a:xfrm flipV="1">
            <a:off x="23408640" y="5303520"/>
            <a:ext cx="0" cy="54864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2801600" y="5303520"/>
            <a:ext cx="1060704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1612880" y="5303520"/>
            <a:ext cx="1188720" cy="109728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6962120" y="505663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IF-23 rec → next spec (F.6→F.2)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0332720" y="7040880"/>
            <a:ext cx="0" cy="448056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332720" y="11521440"/>
            <a:ext cx="7040880" cy="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7373600" y="9875520"/>
            <a:ext cx="0" cy="164592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2710160" y="112745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IF-24 audit orchestration (EC18 90d)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5179040" y="10424160"/>
            <a:ext cx="100584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4538959" y="101772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IF-25 CLI emit audit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0482560" y="8961119"/>
            <a:ext cx="0" cy="3291841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17373600" y="12252960"/>
            <a:ext cx="3108960" cy="0"/>
          </a:xfrm>
          <a:prstGeom prst="line">
            <a:avLst/>
          </a:prstGeom>
          <a:ln w="1270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7373600" y="10972800"/>
            <a:ext cx="0" cy="128016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7785080" y="120060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IF-26 rejection audit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6400800" y="6949440"/>
            <a:ext cx="0" cy="256032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257800" y="7982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IF-27 signed JWT (EC17)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400800" y="6949440"/>
            <a:ext cx="0" cy="2560320"/>
          </a:xfrm>
          <a:prstGeom prst="line">
            <a:avLst/>
          </a:prstGeom>
          <a:ln w="12700">
            <a:solidFill>
              <a:srgbClr val="707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5257800" y="7982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IF-28 rotate trigger (EC17)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589520" y="10058400"/>
            <a:ext cx="1097280" cy="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686800" y="10058400"/>
            <a:ext cx="0" cy="365760"/>
          </a:xfrm>
          <a:prstGeom prst="line">
            <a:avLst/>
          </a:prstGeom>
          <a:ln w="19050">
            <a:solidFill>
              <a:srgbClr val="0B2C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686800" y="10424160"/>
            <a:ext cx="457200" cy="0"/>
          </a:xfrm>
          <a:prstGeom prst="line">
            <a:avLst/>
          </a:prstGeom>
          <a:ln w="19050">
            <a:solidFill>
              <a:srgbClr val="0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543800" y="99943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IF-29 provider creds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589520" y="10058400"/>
            <a:ext cx="182880" cy="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772400" y="8412480"/>
            <a:ext cx="0" cy="1645920"/>
          </a:xfrm>
          <a:prstGeom prst="line">
            <a:avLst/>
          </a:prstGeom>
          <a:ln w="28575">
            <a:solidFill>
              <a:srgbClr val="F18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772400" y="8412480"/>
            <a:ext cx="8412480" cy="0"/>
          </a:xfrm>
          <a:prstGeom prst="line">
            <a:avLst/>
          </a:prstGeom>
          <a:ln w="28575">
            <a:solidFill>
              <a:srgbClr val="F18F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629400" y="89885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IF-30 READ-ONLY handles (write REJECT)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200400" y="3611880"/>
            <a:ext cx="0" cy="406908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057400" y="539953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IF-EXT-01 UI events SSE (EC16)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400800" y="3611880"/>
            <a:ext cx="0" cy="114300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400800" y="4754880"/>
            <a:ext cx="0" cy="475488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257800" y="393649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IF-EXT-02 OIDC/SAML read-only</a:t>
            </a:r>
          </a:p>
        </p:txBody>
      </p:sp>
      <p:cxnSp>
        <p:nvCxnSpPr>
          <p:cNvPr id="122" name="Connector 121"/>
          <p:cNvCxnSpPr/>
          <p:nvPr/>
        </p:nvCxnSpPr>
        <p:spPr>
          <a:xfrm flipV="1">
            <a:off x="10332720" y="3611880"/>
            <a:ext cx="0" cy="6263640"/>
          </a:xfrm>
          <a:prstGeom prst="line">
            <a:avLst/>
          </a:prstGeom>
          <a:ln w="28575">
            <a:solidFill>
              <a:srgbClr val="F18F0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189720" y="64968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IF-EXT-03 prompts→completions (EC8/EC16)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332720" y="10972800"/>
            <a:ext cx="0" cy="2057400"/>
          </a:xfrm>
          <a:prstGeom prst="line">
            <a:avLst/>
          </a:prstGeom>
          <a:ln w="12700">
            <a:solidFill>
              <a:srgbClr val="7070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189720" y="11754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IF-EXT-09 service catalogs</a:t>
            </a:r>
          </a:p>
        </p:txBody>
      </p:sp>
      <p:cxnSp>
        <p:nvCxnSpPr>
          <p:cNvPr id="126" name="Connector 125"/>
          <p:cNvCxnSpPr/>
          <p:nvPr/>
        </p:nvCxnSpPr>
        <p:spPr>
          <a:xfrm flipV="1">
            <a:off x="13990320" y="4754880"/>
            <a:ext cx="0" cy="512064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3990320" y="4754880"/>
            <a:ext cx="649224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0482560" y="3611880"/>
            <a:ext cx="0" cy="114300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6093440" y="45079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IF-EXT-04 signed CLI bundle</a:t>
            </a:r>
          </a:p>
        </p:txBody>
      </p:sp>
      <p:cxnSp>
        <p:nvCxnSpPr>
          <p:cNvPr id="130" name="Connector 129"/>
          <p:cNvCxnSpPr/>
          <p:nvPr/>
        </p:nvCxnSpPr>
        <p:spPr>
          <a:xfrm flipV="1">
            <a:off x="13990320" y="4572000"/>
            <a:ext cx="0" cy="530352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990320" y="4572000"/>
            <a:ext cx="3383280" cy="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7373600" y="3611880"/>
            <a:ext cx="0" cy="960120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4538959" y="43251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IF-EXT-10 SKILL.md + CLAUDE.md</a:t>
            </a: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13990320" y="4480560"/>
            <a:ext cx="274320" cy="5394960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4264640" y="4480560"/>
            <a:ext cx="9144000" cy="0"/>
          </a:xfrm>
          <a:prstGeom prst="line">
            <a:avLst/>
          </a:prstGeom>
          <a:ln w="12700">
            <a:solidFill>
              <a:srgbClr val="7070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408640" y="3611880"/>
            <a:ext cx="0" cy="868680"/>
          </a:xfrm>
          <a:prstGeom prst="line">
            <a:avLst/>
          </a:prstGeom>
          <a:ln w="12700">
            <a:solidFill>
              <a:srgbClr val="7070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7693640" y="42336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IF-EXT-08 spec gate / hooks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3990320" y="3611880"/>
            <a:ext cx="0" cy="1143000"/>
          </a:xfrm>
          <a:prstGeom prst="line">
            <a:avLst/>
          </a:prstGeom>
          <a:ln w="19050">
            <a:solidFill>
              <a:srgbClr val="0B2C2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3990320" y="4754880"/>
            <a:ext cx="0" cy="3154679"/>
          </a:xfrm>
          <a:prstGeom prst="line">
            <a:avLst/>
          </a:prstGeom>
          <a:ln w="19050">
            <a:solidFill>
              <a:srgbClr val="0B2C29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2847320" y="393649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IF-EXT-06 RAG retrieval refresh 7d</a:t>
            </a:r>
          </a:p>
        </p:txBody>
      </p:sp>
      <p:cxnSp>
        <p:nvCxnSpPr>
          <p:cNvPr id="141" name="Connector 140"/>
          <p:cNvCxnSpPr/>
          <p:nvPr/>
        </p:nvCxnSpPr>
        <p:spPr>
          <a:xfrm flipV="1">
            <a:off x="17373600" y="8961119"/>
            <a:ext cx="0" cy="4069081"/>
          </a:xfrm>
          <a:prstGeom prst="line">
            <a:avLst/>
          </a:prstGeom>
          <a:ln w="28575">
            <a:solidFill>
              <a:srgbClr val="F18F0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6230600" y="107487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IF-EXT-05 read-only handles ≤2% overhead (EC1/3)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7373600" y="10972800"/>
            <a:ext cx="3474720" cy="2057400"/>
          </a:xfrm>
          <a:prstGeom prst="line">
            <a:avLst/>
          </a:prstGeom>
          <a:ln w="12700">
            <a:solidFill>
              <a:srgbClr val="7070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7967960" y="117546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B2C29"/>
                </a:solidFill>
                <a:latin typeface="Calibri"/>
              </a:rPr>
              <a:t>IF-EXT-07 compliance evidence (EC18)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5760" y="1472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Legend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14400" y="15014448"/>
            <a:ext cx="2560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critical flow = Tangerine heavy   ·   high = Firefly normal   ·   med/low = grey thin   ·   solid = internal   ·   dashed = external crossing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DFD — Category Legend &amp; Critical-Path Summary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Subsystem categories · external-actor treatment · critical interfaces prioritized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29"/>
                </a:solidFill>
                <a:latin typeface="Calibri"/>
              </a:rPr>
              <a:t>Subsystem categories (box fill)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731520" cy="640080"/>
          </a:xfrm>
          <a:prstGeom prst="rect">
            <a:avLst/>
          </a:prstGeom>
          <a:solidFill>
            <a:srgbClr val="5C9EC7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UI (user-facing)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13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731520" cy="64008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Platform (session/auth)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36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SS2, SS13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731520" cy="640080"/>
          </a:xfrm>
          <a:prstGeom prst="rect">
            <a:avLst/>
          </a:prstGeom>
          <a:solidFill>
            <a:srgbClr val="F18F01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57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Engine (compute)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59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SS3, SS4, SS6, SS8, SS10, SS12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731520" cy="640080"/>
          </a:xfrm>
          <a:prstGeom prst="rect">
            <a:avLst/>
          </a:prstGeom>
          <a:solidFill>
            <a:srgbClr val="A6B2B0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Data (storage/cache)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823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SS5, SS7, SS11, SS14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731520" cy="640080"/>
          </a:xfrm>
          <a:prstGeom prst="rect">
            <a:avLst/>
          </a:prstGeom>
          <a:solidFill>
            <a:srgbClr val="E8C88B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External SS (in customer)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605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SS9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132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29"/>
                </a:solidFill>
                <a:latin typeface="Calibri"/>
              </a:rPr>
              <a:t>External actor style (outside c1v boundary)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589520"/>
            <a:ext cx="731520" cy="640080"/>
          </a:xfrm>
          <a:prstGeom prst="rect">
            <a:avLst/>
          </a:prstGeom>
          <a:solidFill>
            <a:srgbClr val="FBFCFC"/>
          </a:solidFill>
          <a:ln w="19050">
            <a:solidFill>
              <a:srgbClr val="0B2C2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7589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C29"/>
                </a:solidFill>
                <a:latin typeface="Calibri"/>
              </a:rPr>
              <a:t>Dashed border, porcelain fill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7909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10 external actors: founders, IdP, LLM, VCS, customer, docs, compliance, CI/CD, cloud, 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0" y="14630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C29"/>
                </a:solidFill>
                <a:latin typeface="Calibri"/>
              </a:rPr>
              <a:t>Critical interfaces (heavier + Tangerine arrows)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0" y="1965960"/>
            <a:ext cx="128016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IF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538960" y="1965960"/>
            <a:ext cx="219456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from → 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33520" y="1965960"/>
            <a:ext cx="548640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19920" y="1965960"/>
            <a:ext cx="3657600" cy="36576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BFCFC"/>
                </a:solidFill>
                <a:latin typeface="Calibri"/>
              </a:rPr>
              <a:t>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0" y="23317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538960" y="23317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SS2 → SS3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733520" y="23317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Authenticated principal + LOCKED mode + intake payload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219920" y="23317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EC5, EC6, EC8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0" y="27889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538960" y="27889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SS3 → SS4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33520" y="27889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Prompt + tools + context (cache-miss only)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219920" y="27889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EC5, EC8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0" y="32461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538960" y="32461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SS4 → SS3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733520" y="32461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Completion / tool calls / usage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219920" y="32461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EC8, EC16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58800" y="37033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538960" y="37033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SS6 → SS3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733520" y="37033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Draft spec URI + pending-review flag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219920" y="37033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EC10, EC12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0" y="41605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538960" y="41605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SS6 → SS7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733520" y="41605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Per-claim source lookup batch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19920" y="41605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58800" y="46177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538960" y="46177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SS7 → SS6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733520" y="46177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Resolved citations (TTL=24h)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219920" y="46177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EC9, EC10, EC11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0" y="50749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38960" y="50749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SS9 → SS10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733520" y="50749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Per-probe metric payload (batched)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219920" y="50749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EC1, EC2, EC3, EC4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258800" y="55321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538960" y="55321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SS10 → SS9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733520" y="55321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Reject/backpressure + SDK config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219920" y="55321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EC1, EC3, EC4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0" y="5989320"/>
            <a:ext cx="12801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IF-30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538960" y="5989320"/>
            <a:ext cx="219456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>
                <a:solidFill>
                  <a:srgbClr val="0B2C29"/>
                </a:solidFill>
                <a:latin typeface="Calibri"/>
              </a:rPr>
              <a:t>SS13 → SS9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733520" y="5989320"/>
            <a:ext cx="5486400" cy="45720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>
                <a:solidFill>
                  <a:srgbClr val="0B2C29"/>
                </a:solidFill>
                <a:latin typeface="Calibri"/>
              </a:rPr>
              <a:t>Read-only VCS + Obs handles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219920" y="5989320"/>
            <a:ext cx="36576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0B2C29"/>
                </a:solidFill>
                <a:latin typeface="Calibri"/>
              </a:rPr>
              <a:t>EC17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