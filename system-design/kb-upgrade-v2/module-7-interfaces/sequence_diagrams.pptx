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27432000" cy="15430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51" d="100"/>
          <a:sy n="51" d="100"/>
        </p:scale>
        <p:origin x="968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SEQ-1 · Probe SDK ↔ Collector — joint tuning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Resolves EC1↔EC2 (−1) and EC2↔EC4 (−1). Contract: collector owns EC1+EC2+EC4 jointly, time-based flush fallback prevents batch-starvation.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-182879" y="2103120"/>
            <a:ext cx="2194560" cy="82296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SS9 Probe SDK</a:t>
            </a:r>
          </a:p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(customer-side)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6187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SS10 Metrics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Collector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54203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SS11 Metric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Store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3200400"/>
            <a:ext cx="146304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IF-18 initial config push — collector owns EC1 + EC2 + EC4 jointly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914400" y="4114800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385876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cfg { probe_freq=6/min (EC1), agg_window=60 min (EC2), batch_size=50 (EC4), flush_fallback=10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91440" y="4846320"/>
            <a:ext cx="14813280" cy="5486400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-91440" y="484632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loop every probe tick (≤6/min · EC1)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5486400"/>
            <a:ext cx="7315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45920" y="5486400"/>
            <a:ext cx="0" cy="3200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14400" y="5806440"/>
            <a:ext cx="7315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37360" y="54681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B2C29"/>
                </a:solidFill>
                <a:latin typeface="Calibri"/>
              </a:rPr>
              <a:t>enqueue event (≤4 KB · EC3)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-91440" y="6675120"/>
            <a:ext cx="14813280" cy="3383280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-91440" y="667512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  batch=50 (EC4) / else time flush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7498079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7242047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IF-17 probe payload (batch=50)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8138160"/>
            <a:ext cx="146304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else: 60-min window elapses without batch fill (roof EC2↔EC4)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9144000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888796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IF-17 TIME-BASED FLUSH (batch ≥ flush_fallback)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716000" y="10972800"/>
            <a:ext cx="7315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447520" y="10972800"/>
            <a:ext cx="0" cy="3200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3716000" y="11292840"/>
            <a:ext cx="7315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538960" y="109545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B2C29"/>
                </a:solidFill>
                <a:latin typeface="Calibri"/>
              </a:rPr>
              <a:t>aggregate (60-min window · EC2)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716000" y="11795760"/>
            <a:ext cx="128016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807440" y="1153972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IF-19 aggregated write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-91440" y="12344400"/>
            <a:ext cx="14813280" cy="1554479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-91440" y="1234440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  overhead violation (EC1/EC3 breach)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4400" y="12893040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05840" y="1263700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IF-18 backpressure · REJECT · cfg{probe_freq↓}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716000" y="13533120"/>
            <a:ext cx="7315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447520" y="13533120"/>
            <a:ext cx="0" cy="3200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3716000" y="13853160"/>
            <a:ext cx="7315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538960" y="135148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B2C29"/>
                </a:solidFill>
                <a:latin typeface="Calibri"/>
              </a:rPr>
              <a:t>IF-26 audit probe-rejection (I.EXT.9)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SEQ-2 · Traceback cache invalidation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Resolves EC9↔EC11 (−2, STRONGEST roof negative). Intra-SS7 invalidation: fetcher-driven expiry of TTL cache on vendor-doc refresh.</a:t>
            </a:r>
          </a:p>
        </p:txBody>
      </p:sp>
      <p:sp>
        <p:nvSpPr>
          <p:cNvPr id="3" name="Rectangle 2"/>
          <p:cNvSpPr/>
          <p:nvPr/>
        </p:nvSpPr>
        <p:spPr>
          <a:xfrm>
            <a:off x="-182879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SS3 Agent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Orchestrator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2179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SS6 Spec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Generator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6187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SS7.cache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(TTL 24h · EC9)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90195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SS7.fetcher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(refresh 7d · EC11)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420320" y="2103120"/>
            <a:ext cx="2194560" cy="82296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Documentation</a:t>
            </a:r>
          </a:p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Sources (I.EXT.5)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2801600" y="3200400"/>
            <a:ext cx="82296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cache and fetcher live inside SS7 — invalidation is intra-subsystem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4206240"/>
            <a:ext cx="64008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06640" y="3950207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IF-13 citation_check(claim)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754880"/>
            <a:ext cx="21214080" cy="4571999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475488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  cache HIT (age &lt; 24h · EC9) / else MISS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315200" y="548640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06640" y="523036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IF-14 traced citation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716000" y="630936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807440" y="605332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fetch(source_uri)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116800" y="694944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208240" y="6693407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GET vendor doc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0116800" y="758952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208240" y="733348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doc content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716000" y="822960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807440" y="797356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write(citation, fetched_at=now)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315200" y="886968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06640" y="861364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IF-14 traced citation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0" y="9875520"/>
            <a:ext cx="18288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every 7d per source (EC11)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116800" y="1060704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0208240" y="1035100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refresh(source_uri)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20116800" y="1124712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208240" y="1099108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new doc content (hash changed?)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710160" y="11795760"/>
            <a:ext cx="14813280" cy="2194560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2710160" y="1179576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  new hash / else same hash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3716000" y="12527280"/>
            <a:ext cx="64008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807440" y="1227124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INVALIDATE all entries keyed to source_uri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0" y="12984480"/>
            <a:ext cx="82296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resolves EC9↔EC11 roof (−2): stale TTL not allowed to outlive refresh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914400" y="13624560"/>
            <a:ext cx="128016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05840" y="1336852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invalidation event (for in-flight specs)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SEQ-3 · Session lock → parallel dispatch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Resolves EC5↔EC6 (−1). Synchronous IF-09 routing policy write MUST ack before IF-03 dispatch — prevents race between per-session routing and parallel agent fan-out.</a:t>
            </a:r>
          </a:p>
        </p:txBody>
      </p:sp>
      <p:sp>
        <p:nvSpPr>
          <p:cNvPr id="3" name="Rectangle 2"/>
          <p:cNvSpPr/>
          <p:nvPr/>
        </p:nvSpPr>
        <p:spPr>
          <a:xfrm>
            <a:off x="-182879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 Founder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Web UI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2179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SS2 Session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Manager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6187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SS13 Credential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Vault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90195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SS4 LLM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Provider Layer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4203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SS3 Agent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Orchestrator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" y="320040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05840" y="294436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IF-01 login + mode select (cloud | local)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384048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358444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auth principal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315200" y="448056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06640" y="422452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IF-27 signed session JWT (EC17)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120640"/>
            <a:ext cx="18288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lock_mode(cloud | local) — pinned per session (EC5)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0" y="5943600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06640" y="568756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IF-09 routing policy write (scale=2 per-session · EC5)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716000" y="658368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807440" y="632764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IF-29 provider credentials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315200" y="7223760"/>
            <a:ext cx="128016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06640" y="696772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ack(routing_set=true)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7863840"/>
            <a:ext cx="210312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EC5↔EC6 resolution — dispatch cannot occur before routing is confirmed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0" y="8869680"/>
            <a:ext cx="192024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06640" y="8613648"/>
            <a:ext cx="19019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IF-03 dispatch(principal, locked_mode, intake_payload)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435304" y="8961120"/>
            <a:ext cx="164592" cy="3291839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110960" y="9235440"/>
            <a:ext cx="8412480" cy="2468880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110960" y="923544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par  up to 5 parallel agents (EC6)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0116800" y="996696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0208240" y="971092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IF-07 LLM call · agent A (≤8000 tok · EC8)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0116800" y="1060704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208240" y="1035100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IF-07 LLM call · agent B (≤8000 tok · EC8)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0116800" y="1124712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0208240" y="1099108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IF-07 LLM call · agent C (≤8000 tok · EC8)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7315200" y="11978640"/>
            <a:ext cx="192024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406640" y="11722608"/>
            <a:ext cx="19019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IF-04 agent run state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12801600"/>
            <a:ext cx="210312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if dispatch were issued before IF-09 ack, agents could fan out to the wrong provider — the invariant BLOCKS that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SEQ-4 · Citation-gated CLI emission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EC10 HARD FLOOR — 100% citation coverage. Emission MUST NOT fire with any unresolved claim. Contract: SS6→SS7 check → SS3 review → SS8 emit/block.</a:t>
            </a:r>
          </a:p>
        </p:txBody>
      </p:sp>
      <p:sp>
        <p:nvSpPr>
          <p:cNvPr id="3" name="Rectangle 2"/>
          <p:cNvSpPr/>
          <p:nvPr/>
        </p:nvSpPr>
        <p:spPr>
          <a:xfrm>
            <a:off x="-182879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 Founder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Web UI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843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SS3 Agent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Orchestrator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816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3515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SS6 Spec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Generator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4488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26187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SS7 Traceback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Store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68859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SS8 CLI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Emitter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9832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11531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SS14 Audit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Log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2504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420320" y="2103120"/>
            <a:ext cx="2194560" cy="82296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Version Control</a:t>
            </a:r>
          </a:p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(I.EXT.3)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5176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81600" y="320040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73040" y="2944368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IF-11 generate spec(requirements)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48800" y="3840480"/>
            <a:ext cx="7315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80320" y="3840480"/>
            <a:ext cx="0" cy="3200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448800" y="4160520"/>
            <a:ext cx="7315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71760" y="38221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B2C29"/>
                </a:solidFill>
                <a:latin typeface="Calibri"/>
              </a:rPr>
              <a:t>draft spec (Mermaid v1 · EC12)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34400" y="4572000"/>
            <a:ext cx="6095999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EC10 HARD FLOOR — every claim must resolve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48800" y="5394960"/>
            <a:ext cx="42672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40240" y="5138928"/>
            <a:ext cx="4084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IF-13 citation_check(claims[])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448800" y="603504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540240" y="5779007"/>
            <a:ext cx="4084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IF-14 citations[] + unresolved[]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-91440" y="6583680"/>
            <a:ext cx="27614880" cy="7406640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91440" y="658368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  unresolved &gt; 0 (BLOCK) / else 100% resolved (EMIT)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181600" y="740664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73040" y="7150607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IF-12 draft · pending_review=true · citation_miss=N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81600" y="8046720"/>
            <a:ext cx="17068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73040" y="7790688"/>
            <a:ext cx="1688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IF-24 audit(citation_miss)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914400" y="868680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05840" y="8430768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IF-02 'spec blocked: N unresolved citations'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7200" y="9144000"/>
            <a:ext cx="18288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EMISSION BLOCKED — no IF-15 fires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5181600" y="996696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73040" y="9710928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IF-12 draft · pending_review=true · citations_ok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914400" y="1051560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05840" y="10259568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IF-02 render spec for approval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" y="11064240"/>
            <a:ext cx="85344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05840" y="10808208"/>
            <a:ext cx="835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IF-31 approve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914400" y="11612880"/>
            <a:ext cx="85344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5840" y="11356848"/>
            <a:ext cx="835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IF-32 rendered Mermaid (review)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181600" y="12161520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273040" y="1190548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IF-15 emit CLI bundle(spec_uri) — citation gate PASSED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7983200" y="12710160"/>
            <a:ext cx="7315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8714720" y="12710160"/>
            <a:ext cx="0" cy="3200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983200" y="13030200"/>
            <a:ext cx="7315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8806160" y="126918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B2C29"/>
                </a:solidFill>
                <a:latin typeface="Calibri"/>
              </a:rPr>
              <a:t>package + sign (≤5 MB · EC14)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7983200" y="13258800"/>
            <a:ext cx="85344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8074640" y="13002768"/>
            <a:ext cx="835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IF-EXT-04 signed commit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7983200" y="1380744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074640" y="13551408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IF-25 audit(bundle_id, hash, signer, vcs_commit)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809</Words>
  <Application>Microsoft Macintosh PowerPoint</Application>
  <PresentationFormat>Custom</PresentationFormat>
  <Paragraphs>110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Ancor</cp:lastModifiedBy>
  <cp:revision>1</cp:revision>
  <dcterms:created xsi:type="dcterms:W3CDTF">2013-01-27T09:14:16Z</dcterms:created>
  <dcterms:modified xsi:type="dcterms:W3CDTF">2026-04-20T08:38:44Z</dcterms:modified>
  <cp:category/>
</cp:coreProperties>
</file>