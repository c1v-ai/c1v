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01010"/>
                </a:solidFill>
              </a:rPr>
              <a:t>M5 — Form / Function</a:t>
            </a:r>
          </a:p>
          <a:p>
            <a:pPr algn="ctr"/>
            <a:r>
              <a:rPr sz="1800">
                <a:solidFill>
                  <a:srgbClr val="555555"/>
                </a:solidFill>
              </a:rPr>
              <a:t>Crawley concept-mapping artifacts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01010"/>
                </a:solidFill>
              </a:rPr>
              <a:t>Phase 1 — Form Inventory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11643054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305"/>
                <a:gridCol w="3492916"/>
                <a:gridCol w="6985833"/>
              </a:tblGrid>
              <a:tr h="473825">
                <a:tc>
                  <a:txBody>
                    <a:bodyPr/>
                    <a:lstStyle/>
                    <a:p>
                      <a:r>
                        <a:rPr b="1" sz="11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Description</a:t>
                      </a:r>
                    </a:p>
                  </a:txBody>
                  <a:tcPr/>
                </a:tc>
              </a:tr>
              <a:tr h="473825">
                <a:tc>
                  <a:txBody>
                    <a:bodyPr/>
                    <a:lstStyle/>
                    <a:p>
                      <a:r>
                        <a:rPr sz="900"/>
                        <a:t>FR.01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Auth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JWT/IDP bridge realizing F.1 authN/authZ. Binds DE.12 session tokens …</a:t>
                      </a:r>
                    </a:p>
                  </a:txBody>
                  <a:tcPr/>
                </a:tc>
              </a:tr>
              <a:tr h="473825">
                <a:tc>
                  <a:txBody>
                    <a:bodyPr/>
                    <a:lstStyle/>
                    <a:p>
                      <a:r>
                        <a:rPr sz="900"/>
                        <a:t>FR.02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Spec Generator (Primary LLM)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Primary LLM adapter for F.2 spec generation; grounded-retrieval gate …</a:t>
                      </a:r>
                    </a:p>
                  </a:txBody>
                  <a:tcPr/>
                </a:tc>
              </a:tr>
              <a:tr h="473825">
                <a:tc>
                  <a:txBody>
                    <a:bodyPr/>
                    <a:lstStyle/>
                    <a:p>
                      <a:r>
                        <a:rPr sz="900"/>
                        <a:t>FR.03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Spec Generator (Fallback LLM)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Secondary LLM provider for F.2; circuit-breaker fallback when primary…</a:t>
                      </a:r>
                    </a:p>
                  </a:txBody>
                  <a:tcPr/>
                </a:tc>
              </a:tr>
              <a:tr h="473825">
                <a:tc>
                  <a:txBody>
                    <a:bodyPr/>
                    <a:lstStyle/>
                    <a:p>
                      <a:r>
                        <a:rPr sz="900"/>
                        <a:t>FR.04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Review Gate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Realizes F.3; enforces OR.1 guard with compliance-policy digest check…</a:t>
                      </a:r>
                    </a:p>
                  </a:txBody>
                  <a:tcPr/>
                </a:tc>
              </a:tr>
              <a:tr h="473825">
                <a:tc>
                  <a:txBody>
                    <a:bodyPr/>
                    <a:lstStyle/>
                    <a:p>
                      <a:r>
                        <a:rPr sz="900"/>
                        <a:t>FR.05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CLI Bundle Emitter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Realizes F.4; produces DE.06 + DE.15 with redaction pass (FM.09 mitig…</a:t>
                      </a:r>
                    </a:p>
                  </a:txBody>
                  <a:tcPr/>
                </a:tc>
              </a:tr>
              <a:tr h="473825">
                <a:tc>
                  <a:txBody>
                    <a:bodyPr/>
                    <a:lstStyle/>
                    <a:p>
                      <a:r>
                        <a:rPr sz="900"/>
                        <a:t>FR.06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Customer-System Adapter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Realizes F.5 connect-adapter; self-meters overhead against MAX_CUSTOM…</a:t>
                      </a:r>
                    </a:p>
                  </a:txBody>
                  <a:tcPr/>
                </a:tc>
              </a:tr>
              <a:tr h="473825">
                <a:tc>
                  <a:txBody>
                    <a:bodyPr/>
                    <a:lstStyle/>
                    <a:p>
                      <a:r>
                        <a:rPr sz="900"/>
                        <a:t>FR.07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Metric Ingest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Realizes F.6 ingest half; heartbeat + gap-marker pipeline (NFR.05) ov…</a:t>
                      </a:r>
                    </a:p>
                  </a:txBody>
                  <a:tcPr/>
                </a:tc>
              </a:tr>
              <a:tr h="473825">
                <a:tc>
                  <a:txBody>
                    <a:bodyPr/>
                    <a:lstStyle/>
                    <a:p>
                      <a:r>
                        <a:rPr sz="900"/>
                        <a:t>FR.08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Recommendation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Realizes F.6 recommend half; bounded-queue + shed-load (FM.06 mitigat…</a:t>
                      </a:r>
                    </a:p>
                  </a:txBody>
                  <a:tcPr/>
                </a:tc>
              </a:tr>
              <a:tr h="473825">
                <a:tc>
                  <a:txBody>
                    <a:bodyPr/>
                    <a:lstStyle/>
                    <a:p>
                      <a:r>
                        <a:rPr sz="900"/>
                        <a:t>FR.09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Traceback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Realizes F.7; fail-closed on missing citations (FM.07 mitigation); co…</a:t>
                      </a:r>
                    </a:p>
                  </a:txBody>
                  <a:tcPr/>
                </a:tc>
              </a:tr>
              <a:tr h="473830">
                <a:tc>
                  <a:txBody>
                    <a:bodyPr/>
                    <a:lstStyle/>
                    <a:p>
                      <a:r>
                        <a:rPr sz="900"/>
                        <a:t>FR.10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Audit Event 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Cross-cutting store realizing CC.R02 audit trail for F.2/F.3/F.4/F.5/…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01010"/>
                </a:solidFill>
              </a:rPr>
              <a:t>Phase 2 — Function Inventory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11643054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305"/>
                <a:gridCol w="3492916"/>
                <a:gridCol w="6985833"/>
              </a:tblGrid>
              <a:tr h="651510">
                <a:tc>
                  <a:txBody>
                    <a:bodyPr/>
                    <a:lstStyle/>
                    <a:p>
                      <a:r>
                        <a:rPr b="1" sz="11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Description</a:t>
                      </a:r>
                    </a:p>
                  </a:txBody>
                  <a:tcPr/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900"/>
                        <a:t>F.1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Authenticate &amp; Authorize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900"/>
                        <a:t>F.2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Generate Spec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900"/>
                        <a:t>F.3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Review &amp; Approve Spec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900"/>
                        <a:t>F.4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Emit CLI Bundle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900"/>
                        <a:t>F.5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Connect Customer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900"/>
                        <a:t>F.6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Ingest Metrics &amp; Recommend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900"/>
                        <a:t>F.7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Trace Recommendations to Metr…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01010"/>
                </a:solidFill>
              </a:rPr>
              <a:t>Phase 5 — Operand × Process Catalog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11643054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509"/>
                <a:gridCol w="3881018"/>
                <a:gridCol w="5821527"/>
              </a:tblGrid>
              <a:tr h="579120">
                <a:tc>
                  <a:txBody>
                    <a:bodyPr/>
                    <a:lstStyle/>
                    <a:p>
                      <a:r>
                        <a:rPr b="1" sz="1100"/>
                        <a:t>Operand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Description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900"/>
                        <a:t>Session Token (DE.12)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verify-and-scope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900"/>
                        <a:t>Founder Idea Prompt (DE.01)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generate-draft-spec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900"/>
                        <a:t>Repo Snapshot (DE.02)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generate-from-code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900"/>
                        <a:t>Draft Spec (DE.03)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review-and-gate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900"/>
                        <a:t>Approved Spec (DE.05)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emit-cli-bundle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900"/>
                        <a:t>Connection Manifest (DE.07)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wire-adapter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900"/>
                        <a:t>Metric Stream (DE.08)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ingest-and-recommend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900"/>
                        <a:t>Recommendation (DE.10)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trace-to-metrics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