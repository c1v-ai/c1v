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1010"/>
                </a:solidFill>
              </a:rPr>
              <a:t>M8 — Risk / FMEA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12 early modes  /  16 residual  /  13 flagged ≥ RPN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FMEA Early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1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558"/>
                <a:gridCol w="4158233"/>
                <a:gridCol w="4158233"/>
                <a:gridCol w="519779"/>
                <a:gridCol w="519779"/>
                <a:gridCol w="519779"/>
                <a:gridCol w="727690"/>
              </a:tblGrid>
              <a:tr h="400929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Failure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RPN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 generation hallucinates citations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LLM completion (DE.13) drifts; no groun…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Approval fires without compliance polic…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DE.14 Compliance Policy not loaded when…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Approved spec handoff corrupts (IF.03 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async http-json handoff retries cause F…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Adapter exceeds non-invasive overhead b…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Observability adapter polling loop uses…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Metric stream gap undetected (silent lo…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OBSERVABILITY TOOLS outage + no heartbe…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Recommendation cadence exceeds RECOMMEN…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F.6 → F.7 traceback queue saturated; no…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Traceback emits recommendation without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DE.09 catalog miss; F.7 falls back to L…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Session token replay across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Token scope not bound to project_id in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CLI bundle (DE.06) ships with secrets 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F.4 emit templates interpolate credenti…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Audit event not emitted for state-mutat…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CC.R02 wrapping not applied to a new F.…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900"/>
                        <a:t>FM.11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Recommendation loop (DE.10 → F.2) creat…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F.2 incorporates DE.10 without version-…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</a:tr>
              <a:tr h="400932">
                <a:tc>
                  <a:txBody>
                    <a:bodyPr/>
                    <a:lstStyle/>
                    <a:p>
                      <a:r>
                        <a:rPr sz="900"/>
                        <a:t>FM.12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LLM provider outage (DE.13 unavailable)…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Single-provider dependency; no 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FMEA Residual (threshold ≥ 100)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48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589"/>
                <a:gridCol w="3786359"/>
                <a:gridCol w="473294"/>
                <a:gridCol w="473294"/>
                <a:gridCol w="473294"/>
                <a:gridCol w="567953"/>
                <a:gridCol w="662612"/>
                <a:gridCol w="473294"/>
                <a:gridCol w="3786359"/>
              </a:tblGrid>
              <a:tr h="306592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Failure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RPN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wRPN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Controls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Spec generation hallucinates citation…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266.6666666666667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'FR.02',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Approval fires without compliance pol…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133.33333333333334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'FR.04',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Approved spec handoff corrupts (IF.03…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'interface_contract', 'ref': '…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Adapter exceeds non-invasive overhead…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'FR.06',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Metric stream gap undetected (silent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'FR.07',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Recommendation cadence exceeds RECOMM…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'FR.08',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Traceback emits recommendation withou…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'FR.09',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Session token replay across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'FR.01',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CLI bundle (DE.06) ships with secrets…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133.33333333333334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'FR.05',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Audit event not emitted for state-mut…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'FR.10',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Recommendation loop (DE.10 → F.2) cre…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'interface_contract', 'ref': '…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LLM provider outage (DE.13 unavailabl…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'FR.03', 'summa…</a:t>
                      </a:r>
                    </a:p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Primary/fallback LLM split-brain: div…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Event-bus cascade failure: IF.06 stre…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06592">
                <a:tc>
                  <a:txBody>
                    <a:bodyPr/>
                    <a:lstStyle/>
                    <a:p>
                      <a:r>
                        <a:rPr sz="900"/>
                        <a:t>FM.15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pgvector index drift: HNSW recall deg…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'form', 'ref': 'FR.09', 'summa…</a:t>
                      </a:r>
                    </a:p>
                  </a:txBody>
                  <a:tcPr/>
                </a:tc>
              </a:tr>
              <a:tr h="306608">
                <a:tc>
                  <a:txBody>
                    <a:bodyPr/>
                    <a:lstStyle/>
                    <a:p>
                      <a:r>
                        <a:rPr sz="900"/>
                        <a:t>FM.16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Vercel cold-start tax violates IF.06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{'kind': 'interface_contract', 'ref': '…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