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01010"/>
                </a:solidFill>
              </a:rPr>
              <a:t>Synthesis — Architecture Recommendation</a:t>
            </a:r>
          </a:p>
          <a:p>
            <a:pPr algn="ctr"/>
            <a:r>
              <a:rPr sz="1800">
                <a:solidFill>
                  <a:srgbClr val="555555"/>
                </a:solidFill>
              </a:rPr>
              <a:t>Portfolio keystone — c1v self-application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01010"/>
                </a:solidFill>
              </a:rPr>
              <a:t>c1v is an AI-native PRD + system-design tool. The synthesizer recommends a Vercel-deployed Next.js front-end orchestrated by LangGraph, using Anthropic Claude Sonnet 4.5 as the spec-generation LLM and pgvector (Supabase Postgres) for retrieval. This pairing was selected from the M4 Pareto frontier (AV.01 dominates AV.02..AV.05 across cost/latency/availability) because it satisfies the 3-second p95 user-facing budget (interface_specs chain AUTHORING_SPEC_EMIT sums 2600 ms) while keeping the 100% citation-floor (NFR.01) achievable through grounded-retrieval gating. The recommendation carries 14 high-RPN residual risks from M8.b that ride alongside the architecture; each is mapped to a landed control surfaced via M5 form_function_map.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Decisions (winning alternatives)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018"/>
                <a:gridCol w="3881018"/>
                <a:gridCol w="3881019"/>
              </a:tblGrid>
              <a:tr h="1042416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Winner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D-01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D-02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D-03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D-04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Pareto Frontier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611"/>
                <a:gridCol w="2328611"/>
                <a:gridCol w="2328611"/>
                <a:gridCol w="2328611"/>
                <a:gridCol w="2328611"/>
              </a:tblGrid>
              <a:tr h="1303020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Latency 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</a:t>
                      </a:r>
                    </a:p>
                  </a:txBody>
                  <a:tcPr/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000"/>
                        <a:t>★ AV.01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Claude Sonnet 4.5 + pgvector + LangGraph + Vercel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320 USD/month at 100 DAU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2600 ms p95 end-to-end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99.9 % uptime</a:t>
                      </a:r>
                    </a:p>
                  </a:txBody>
                  <a:tcPr/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000"/>
                        <a:t>AV.02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GPT-4 Turbo + Pinecone + LangChain Chains + Cloud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378 USD/month at 100 DAU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2810 ms p95 end-to-end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99.9 % uptime</a:t>
                      </a:r>
                    </a:p>
                  </a:txBody>
                  <a:tcPr/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000"/>
                        <a:t>AV.03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OpenRouter federated + Weaviate self-hosted + Custom orch + Fly.io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240 USD/month at 100 DAU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3100 ms p95 end-to-end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99.5 % uptime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Top-Level Risks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018"/>
                <a:gridCol w="3881018"/>
                <a:gridCol w="3881019"/>
              </a:tblGrid>
              <a:tr h="1042416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Severity / RPN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F01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high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F02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medium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F03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medium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1000"/>
                        <a:t>F04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Tail Latency — chain AUTHORING_SPEC_EMIT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Context Diagram</a:t>
            </a:r>
          </a:p>
        </p:txBody>
      </p:sp>
      <p:pic>
        <p:nvPicPr>
          <p:cNvPr id="3" name="Picture 2" descr="synth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Use Cases</a:t>
            </a:r>
          </a:p>
        </p:txBody>
      </p:sp>
      <p:pic>
        <p:nvPicPr>
          <p:cNvPr id="3" name="Picture 2" descr="synth-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Class Model</a:t>
            </a:r>
          </a:p>
        </p:txBody>
      </p:sp>
      <p:pic>
        <p:nvPicPr>
          <p:cNvPr id="3" name="Picture 2" descr="synth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Sequence — Authoring Spec Emit</a:t>
            </a:r>
          </a:p>
        </p:txBody>
      </p:sp>
      <p:pic>
        <p:nvPicPr>
          <p:cNvPr id="3" name="Picture 2" descr="synth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Decision Network — Winners</a:t>
            </a:r>
          </a:p>
        </p:txBody>
      </p:sp>
      <p:pic>
        <p:nvPicPr>
          <p:cNvPr id="3" name="Picture 2" descr="synth-decision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Residual Risk Flags (RPN ≥ 100, n=13)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018"/>
                <a:gridCol w="3881018"/>
                <a:gridCol w="3881019"/>
              </a:tblGrid>
              <a:tr h="372291">
                <a:tc>
                  <a:txBody>
                    <a:bodyPr/>
                    <a:lstStyle/>
                    <a:p>
                      <a:r>
                        <a:rPr b="1" sz="1100"/>
                        <a:t>Failure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RPN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/>
                        <a:t>FM.15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</a:t>
                      </a:r>
                    </a:p>
                  </a:txBody>
                  <a:tcPr/>
                </a:tc>
              </a:tr>
              <a:tr h="372297">
                <a:tc>
                  <a:txBody>
                    <a:bodyPr/>
                    <a:lstStyle/>
                    <a:p>
                      <a:r>
                        <a:rPr sz="1000"/>
                        <a:t>FM.16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House of Quality —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01010"/>
                </a:solidFill>
              </a:rPr>
              <a:t>PCs:                  6</a:t>
            </a:r>
          </a:p>
          <a:p>
            <a:pPr algn="l"/>
            <a:r>
              <a:rPr sz="1400">
                <a:solidFill>
                  <a:srgbClr val="101010"/>
                </a:solidFill>
              </a:rPr>
              <a:t>ECs:                  18</a:t>
            </a:r>
          </a:p>
          <a:p>
            <a:pPr algn="l"/>
            <a:r>
              <a:rPr sz="1400">
                <a:solidFill>
                  <a:srgbClr val="101010"/>
                </a:solidFill>
              </a:rPr>
              <a:t>Matrix nonzero:       27 / 108</a:t>
            </a:r>
          </a:p>
          <a:p>
            <a:pPr algn="l"/>
            <a:r>
              <a:rPr sz="1400">
                <a:solidFill>
                  <a:srgbClr val="101010"/>
                </a:solidFill>
              </a:rPr>
              <a:t>Sparsity:             75%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Next Steps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018"/>
                <a:gridCol w="3881018"/>
                <a:gridCol w="3881019"/>
              </a:tblGrid>
              <a:tr h="1042416">
                <a:tc>
                  <a:txBody>
                    <a:bodyPr/>
                    <a:lstStyle/>
                    <a:p>
                      <a:r>
                        <a:rPr b="1" sz="110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Owner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Wire telemetry probe stack to capture per-IF p95 latencies in production for prior-refresh.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Promote 4 mitigation controls (FR.02, FR.07, FR.10, IF.04 stream) into the test plan.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Backfill kb_chunk_ids[] with real pgvector UUIDs once corpus is ingested at full scale.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Re-run synthesis quarterly; recompute inputs_hash to detect drift in upstream artifacts.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