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Use Case Behavioral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Arial"/>
              </a:rPr>
              <a:t>System —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6 UCBDs  |  99 Requirements  |  28 Constants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UC01 — UC01 — Generate Spec from One-Sentence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UC01 — Generate Spec from One-Sentence Idea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Founder submits a one-sentence product idea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The Founder is authenticated (cross-cutting UC14).; An empty project context exists in the Founder's organization.; At least one LLM Provider is configured and credentialed for the organization.; The Founder has permission to create specs in the organization.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A validated enterprise-grade spec is committed to version-controlled storage with status 'draft' and a commit hash.; Every tech-stack recommendation in the spec is linked to a declared performance metric (availability, throughput, or latency) with a cited source, satisfying TRACEBACK_COVERAGE_PCT.; The assigned Product Managers have been notified that the spec is ready for review.; The Founder holds the spec URL and commit hash.; An audit entry records the spec creation with Founder identity, Project ID, commit hash, and timestamp.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Founder submits a one-sentence product idea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Founder's session before accepting the idea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submitted idea prompt to the empty project context with a stable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initiate a conversational intake session scoped to the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present the first intake question to the Founder within FOUNDER_INTAKE_RESPONSE_BUDGET_MS of receiving the idea prompt.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Founder answers the intake question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classify the idea's domain by invoking a configured LLM Provider with the idea prompt and intake answers.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LLM Provider returns domain classification and confidence score.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loop intake questions until the intake completeness threshold INTAKE_COMPLETENESS_THRESHOLD is met.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assemble an initial scope outline (actors, use cases, constraints) from the intake transcript.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draft a tech-stack recommendation for each identified subsystem in the scope outline.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invoke the metric-traceback subroutine for every tech-stack recommendation (&lt;&lt;include&gt;&gt; UC08).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assemble the enterprise-grade spec bundle (scope, actors, use cases, traced recommendations, constants).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the assembled spec against the spec-shape schema and reject the assembly if validation fails.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complete the spec generation cycle within SPEC_GENERATION_TIMEOUT_SEC from the first Founder answer.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validated spec to version-controlled storage with status 'draft' and a commit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spec creation with Founder identity, Project ID, commit hash,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Product Managers receive notification that the spec is ready for review.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the spec's assigned Product Managers that the spec is ready for review.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persisted spec's URL and commit hash to the Founder.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2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Founder receives the spec URL and commit hash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UC01 Requirements — UC01 — Generate Spec from One-Sentence Idea (16)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Founder's session before accepting a submitted idea prompt.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submitted idea prompt to the project context with a stable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initiate a conversational intake session scoped to the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present the first intake question to the Founder within FOUNDER_INTAKE_RESPONSE_BUDGET_MS of receiving the idea prompt.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FOUNDER_INTAKE_RESPONSE_BUDGET_MS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classify the idea's domain by invoking a configured LLM Provider with the idea prompt and the intake answers.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loop intake questions until the INTAKE_COMPLETENESS_THRESHOLD is met.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INTAKE_COMPLETENESS_THRESHOLD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assemble an initial scope outline containing actors, use cases, and constraints from the intake transcript.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draft a tech-stack recommendation for each subsystem identified in the scope outline.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invoke the metric-traceback subroutine for every tech-stack recommendation before the spec is assembled.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assemble the spec bundle from the scope outline, the traced tech-stack recommendations, and the extracted constants.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the assembled spec against the spec-shape schema and reject the assembly if validation fails.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complete the spec generation cycle within SPEC_GENERATION_TIMEOUT_SEC from the first Founder answer.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SPEC_GENERATION_TIMEOUT_SEC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validated spec to version-controlled storage with status 'draft' and a commit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spec creation with Founder identity, Project ID, commit hash,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the spec's assigned Product Managers that the spec is ready for review.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5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persisted spec's URL and commit hash to the Founder.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UC03 — UC03 — Review Generated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UC03 — Review Generated Spec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Product Manager navigates to the spec review queue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 spec exists in 'draft' status in the Product Manager's organization.; The Product Manager is authenticated (cross-cutting UC14).; The Product Manager holds review permission on the spec's organization.; The spec has passed UC01 validation (schema + metric traceback coverage).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The spec's status is exactly one of: approved, rejected, revisions_requested.; An audit entry records the state transition with reviewer, prior state, new state, comment count, and timestamp.; The Founder has been notified of the review decision and any attached comments.; On approve, the CLI-emission pipeline is enabled and Engineering Teams subscribed to the project are notified.; On reject or revisions_requested, the CLI-emission pipeline remains blocked.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navigates to the spec review queue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Product Manager's session before exposing the review queue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enumerate every spec in 'draft' status that is assigned to the authenticated Product Manager's review queue.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spec list sorted by submission time ascending and rendered within REVIEW_QUEUE_LOAD_BUDGET_MS.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selects a spec from the review queue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verify the Product Manager holds review permission on the selected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load the spec bundle including the spec document, diagrams, and constants table at the spec's committed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render the loaded spec bundle in a reviewable view within SPEC_RENDER_BUDGET_MS.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reads the rendered spec and drafts review comments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submits each review comment anchored to a spec section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each submitted review comment with Product Manager identity, spec section anchor,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selects a review action from {approve, reject, request_revisions}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that every 'request_revisions' action includes at least one review comment.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transition the spec state from 'draft' to the state implied by the review action within STATE_TRANSITION_BUDGET_MS.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state transition with reviewer identity, prior state, new state, comment count,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Founder receives notification of the review decision and comments.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the spec's Founder of the review decision and attached comments.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enable the CLI-emission pipeline (&lt;&lt;extend&gt;&gt; UC04) on approve and block it on reject or request_revisions.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Engineering Teams receive notification that the spec is approved and available for CLI emission.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Engineering Teams subscribed to the project that the spec has transitioned to 'approved' status.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UC03 Requirements — UC03 — Review Generated Spec (13)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Product Manager's session before exposing the review queue.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enumerate every spec in 'draft' status assigned to the authenticated Product Manager's review queue.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spec list sorted by submission time ascending and rendered within REVIEW_QUEUE_LOAD_BUDGET_MS.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REVIEW_QUEUE_LOAD_BUDGET_MS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verify the Product Manager holds review permission on the selected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load the spec bundle including the spec document, diagrams, and constants table at the spec's committed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render the loaded spec bundle in a reviewable view within SPEC_RENDER_BUDGET_MS.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SPEC_RENDER_BUDGET_MS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each submitted review comment with Product Manager identity, spec section anchor,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that every 'request_revisions' action includes at least one review comment.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transition the spec state from 'draft' to the state implied by the review action within STATE_TRANSITION_BUDGET_MS.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STATE_TRANSITION_BUDGET_MS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state transition with reviewer identity, prior state, new state, comment count,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the spec's Founder of the review decision and attached comments.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enable the CLI-emission pipeline on approve and block it on reject or revisions_requested.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Engineering Teams subscribed to the project that the spec has transitioned to 'approved' status.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UC04 — UC04 — Emit CLI Commands from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UC04 — Emit CLI Commands from Spec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requests a CLI bundle for an approved spec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An approved spec exists (state 'approved' produced by UC03).; The Engineering Team Member is authenticated (cross-cutting UC14).; The Engineering Team Member holds emit permission on the spec's organization.; At least one IDE/CLI client is registered for the Engineering Team Member's account.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A signed CLI bundle containing SKILL.md, CLAUDE.md, and one MCP tool definition per interface is delivered to the Engineering Team Member's IDE/CLI client.; The signed CLI bundle is written to the spec's Version Control repository under the emission path.; The emission is recorded in the audit trail with Engineering Team Member identity, spec commit hash, bundle signature, IDE/CLI client identifier, and timestamp.; The Engineering Team Member holds the bundle location, signature, and commit hash.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requests a CLI bundle for an approved spec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Engineering Team Member's session before accepting the emission request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verify the referenced spec's status is exactly 'approved'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verify the Engineering Team Member holds emit permission on the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load the approved spec bundle at its committed hash from version-controlled storage.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generate a SKILL.md export from the spec's agent and capability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generate a CLAUDE.md export from the spec's conventions and architecture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generate one MCP tool definition for each interface declared in the spec's interface matrix (seed from Module 6).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package the SKILL.md, CLAUDE.md, and MCP tool definitions into a single CLI bundle.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sign the CLI bundle with the spec's commit hash and the emission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complete the CLI bundle generation within CLI_EMISSION_TIMEOUT_SEC of the emission request.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Version Control receives the signed CLI bundle and records the commit reference.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write the signed CLI bundle to the spec's Version Control repository under the emission path.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deliver the signed CLI bundle to the Engineering Team Member's registered IDE/CLI client.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IDE/CLI client acknowledges receipt of the CLI bundle with a receipt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require an IDE/CLI receipt token before marking the emission as delivered.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CLI emission with Engineering Team Member identity, spec commit hash, bundle signature, IDE/CLI client identifier,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bundle location, signature, and commit hash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6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receives the bundle location and signature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UC04 Requirements — UC04 — Emit CLI Commands from Spec (15)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Engineering Team Member's session before accepting a CLI emission request.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verify the referenced spec's status is exactly 'approved' before proceeding with CLI emission.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verify the Engineering Team Member holds emit permission on the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load the approved spec bundle at its committed hash from version-controlled storage.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generate a SKILL.md export from the spec's agent and capability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generate a CLAUDE.md export from the spec's conventions and architecture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generate one MCP tool definition for each interface declared in the spec's interface matrix.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package the SKILL.md, CLAUDE.md, and MCP tool definitions into a single CLI bundle.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sign the CLI bundle with the spec's commit hash and the emission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complete CLI bundle generation within CLI_EMISSION_TIMEOUT_SEC of the emission request.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CLI_EMISSION_TIMEOUT_SEC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write the signed CLI bundle to the spec's Version Control repository under the emission path.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deliver the signed CLI bundle to the Engineering Team Member's registered IDE or CLI client.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require an IDE or CLI receipt token before marking the emission as delivered.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CLI emission with Engineering Team Member identity, spec commit hash, bundle signature, IDE or CLI client identifier,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bundle location, signature, and commit hash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UC06 — UC06 — Recommend Design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UC06 — Recommend Design Improvements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receives the recommendation list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 spec is live (approved by UC03 and emitted to production via UC04).; A non-invasive read-only connection to Observability Tools exists (established by UC11).; The system has ingested metric samples over a sustained window of at least AGGREGATION_WINDOW_MIN.; At least one LLM Provider is configured for the organization.; The Engineering Team Member is authenticated and subscribed to the project's recommendation stream.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A ranked recommendation list bounded by MAX_RECOMMENDATIONS_PER_CYCLE is delivered to the Engineering Team Member's recommendation stream.; Every delivered recommendation is linked to its source metric deviation and source sample identifiers.; Product Managers subscribed to the project have received a recommendation cycle digest.; Every recommendation carries a persisted action state of accepted, declined, or deferred once the Engineering Team Member acts.; An audit entry records the recommendation cycle with window boundaries, counts, and timestamp.; No recommendation is written back to the customer system (read-only posture preserved in v1).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Observability Tools stream availability, throughput, and latency samples into the feedback-loop ingest (&lt;&lt;include&gt;&gt; UC05).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every ingested metric sample to the feedback-loop store with the source observability identifier and a monotonic ingest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bound the overhead of metric ingestion on the customer system to at most MAX_CUSTOMER_SYSTEM_OVERHEAD_PCT of the customer system's measured baseline resources.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aggregate persisted samples over the AGGREGATION_WINDOW_MIN window on a RECOMMENDATION_CADENCE_MIN schedule.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compare every aggregate against the spec's declared performance targets for availability, throughput, and latency.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compute a metric deviation value for every aggregate that falls outside the spec's declared target.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suppress deviations whose magnitude is below DEVIATION_SUPPRESSION_THRESHOLD to prevent noise surfacing.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query a configured LLM Provider with each unsuppressed deviation to propose candidate improvements.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link every candidate improvement to the deviating metric and its source sample identifiers.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rank candidate improvements by deviation severity and LLM-reported confidence within RECOMMENDATION_LATENCY_SEC of the cycle start.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cap the delivered recommendation list at MAX_RECOMMENDATIONS_PER_CYCLE entries.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deliver the ranked recommendation list to the Engineering Team Member's recommendation stream.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receives the recommendation list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Product Managers receive a digest of the recommendation cycle.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Product Managers subscribed to the project of the recommendation cycle completion.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recommendation cycle with the window boundaries, sample count, deviation count, recommendation count,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selects an action per recommendation: accept, decline, or defer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Engineering Team Member's action per recommendation with actor identity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surface a proactive feature candidate when a deviation indicates missing functionality (&lt;&lt;extends&gt;&gt; UC07).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refrain from writing any recommendation back to the customer system in v1 scope (read-only posture).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UC06 Requirements — UC06 — Recommend Design Improvements (16)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every ingested metric sample to the feedback-loop store with the source observability identifier and a monotonic ingest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bound the overhead of metric ingestion on the customer system to at most MAX_CUSTOMER_SYSTEM_OVERHEAD_PCT of the customer system's measured baseline resources.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MAX_CUSTOMER_SYSTEM_OVERHEAD_PCT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aggregate persisted samples over the AGGREGATION_WINDOW_MIN window on a RECOMMENDATION_CADENCE_MIN schedule.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AGGREGATION_WINDOW_MIN, RECOMMENDATION_CADENCE_MIN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compare every aggregate against the spec's declared performance targets for availability, throughput, and latency.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compute a metric deviation value for every aggregate that falls outside the spec's declared target.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suppress deviations whose magnitude is below DEVIATION_SUPPRESSION_THRESHOLD to prevent noise surfacing.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DEVIATION_SUPPRESSION_THRESHOLD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query a configured LLM Provider with each unsuppressed deviation to propose candidate improvements.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link every candidate improvement to the deviating metric and its source sample identifiers.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rank candidate improvements by deviation severity and LLM-reported confidence within RECOMMENDATION_LATENCY_SEC of the cycle start.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RECOMMENDATION_LATENCY_SEC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cap the delivered recommendation list at MAX_RECOMMENDATIONS_PER_CYCLE entries.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MAX_RECOMMENDATIONS_PER_CYCLE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deliver the ranked recommendation list to the Engineering Team Member's recommendation stream.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Product Managers subscribed to the project of the recommendation cycle completion.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recommendation cycle with the window boundaries, sample count, deviation count, recommendation count,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Engineering Team Member's action per recommendation with actor identity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surface a proactive feature candidate when a deviation indicates missing functionality.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5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refrain from writing any recommendation back to the customer system in v1 scope.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UC08 — UC08 — Trace Tech-Stack Recommendation to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UC08 — Trace Tech-Stack Recommendation to Metric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reviews flagged recommendations and supplies an override or refinement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At least one draft tech-stack recommendation has been produced by UC01 or UC06.; The system holds authorized read access to Documentation Sources and Cloud Providers.; The declared metric vocabulary for c1v is fixed as {availability, throughput, latency}.; TRACEBACK_MIN_CONFIDENCE and TRACEBACK_COVERAGE_PCT are configured.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Every tech-stack recommendation is linked to a declared performance metric drawn from {availability, throughput, latency} with a cited external source.; Every recommendation carries a recorded traceback confidence score in the range [0.0, 1.0].; Every recommendation whose confidence is below TRACEBACK_MIN_CONFIDENCE is flagged for human review.; No spec is emitted in which fewer than TRACEBACK_COVERAGE_PCT of recommendations carry an attached traceback triple.; An audit trail row exists for every traceback event with recommendation, metric class, source citation, confidence, and timestamp.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receive a draft tech-stack recommendation from the spec generator (UC01) or recommender (UC06) with the technology name and claimed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parse the recommendation to extract the technology identifier and the claimed performance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classify the claimed capability into exactly one metric class drawn from {availability, throughput, latency} before querying any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query Documentation Sources for published performance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Documentation Sources return vendor specs, RFCs, and SLA statements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query Cloud Providers for baseline availability and pricing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Cloud Providers return availability zones, regional baselines, and service-tier SLAs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resolve the recommendation to a concrete value for the classified metric using only the cited external 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that the recommendation's claimed capability is supported by at least one cited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compute a traceback confidence score in the range [0.0, 1.0] for every resolved recommendation.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the traceback triple for every recommendation as {recommendation, metric_value, metric_class, source_citation, confidence, cited_at}.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flag the recommendation for human review if the confidence score is below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reviews flagged recommendations and supplies an override or refinement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attach the recorded traceback triple to the recommendation in the spec when the confidence score meets or exceeds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refuse to emit a spec in which fewer than TRACEBACK_COVERAGE_PCT of tech-stack recommendations carry an attached traceback triple.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every traceback event with recommendation identifier, metric class, source citation, confidence,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traced recommendation to the calling use case (UC01 or UC06) within TRACEBACK_LATENCY_SEC of receipt.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UC08 Requirements — UC08 — Trace Tech-Stack Recommendation to Metric (14)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receive every draft tech-stack recommendation from the spec generator or recommender with the technology name and the claimed performance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parse every draft tech-stack recommendation to extract the technology identifier and the claimed performance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classify the claimed capability into exactly one metric class drawn from availability, throughput, or latency before querying any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query Documentation Sources for published performance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query Cloud Providers for baseline availability and pricing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resolve the recommendation to a concrete value for the classified metric using only the cited external 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that every recommendation's claimed capability is supported by at least one cited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compute a traceback confidence score in the range zero to one for every resolved recommendation.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the traceback triple for every recommendation with fields recommendation, metric value, metric class, source citation, confidence, and cited_at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flag a recommendation for human review when the traceback confidence score is below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TRACEBACK_MIN_CONFIDENCE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attach the recorded traceback triple to the recommendation in the spec when the confidence score meets or exceeds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TRACEBACK_MIN_CONFIDENCE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refuse to emit a spec in which fewer than TRACEBACK_COVERAGE_PCT of tech-stack recommendations carry an attached traceback triple.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TRACEBACK_COVERAGE_PCT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every traceback event with recommendation identifier, metric class, source citation, confidence,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1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every traced recommendation to the calling use case within TRACEBACK_LATENCY_SEC of receipt.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TRACEBACK_LATENCY_SEC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UC11 — UC11 — Connect Existing Customer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UC11 — Connect Existing Customer System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provides customer Version Control URL, Observability Tools endpoints, and Identity Provider conf…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The Engineering Team Member is authenticated and holds org-level admin permission.; The customer Identity Provider, Version Control endpoint, and Observability Tools endpoints are supplied as connection inputs.; The organization has accepted the c1v non-invasive connection terms.; MAX_CUSTOMER_SYSTEM_OVERHEAD_PCT is configured for the organization.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The system holds read-only handles to the customer Version Control, Observability Tools, and Identity Provider, each passing a connection-health probe.; Measured overhead imposed on the customer system is at or below MAX_CUSTOMER_SYSTEM_OVERHEAD_PCT.; A connection record with non-invasive status flag, overhead measurement, and handle references is persisted.; A re-authorization event is scheduled at CONNECTION_REAUTH_DAYS from establishment.; An audit entry records the connection establishment with Engineering Team Member identity, customer organization identifier, endpoint set, measured overhead, and timestamp.; The Engineering Team Member holds the connection identifier and non-invasive status confirmation.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provides customer Version Control URL, Observability Tools endpoints, and Identity Provider 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Engineering Team Member's session before accepting connection inputs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that every supplied endpoint is a well-formed URL resolvable from the c1v egress network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initiate an OAuth or OIDC authorization handshake with the customer Identity Provider using the supplied configuration.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Identity Provider returns a credentialed token with scope grants.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reject the authorization if the returned scope contains any write-capability grant.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Identity Provider credential in encrypted storage with a recorded expiry at ENCRYPTED_CREDENTIAL_EXPIRY_DAYS.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establish a read-only handle to the customer Version Control endpoint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Version Control returns repo metadata and branch list over the read-only handle.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establish a read-only handle to the customer Observability Tools endpoints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Observability Tools return telemetry endpoint catalog and schema over the read-only handle.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execute a connection-health probe against Version Control, Observability Tools, and Identity Provider handles and require a success response from each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measure CPU, memory, and network overhead imposed on the customer system over a baseline probe window of BASELINE_PROBE_WINDOW_SEC.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reject the connection and surface an overhead violation to the Engineering Team Member if measured overhead exceeds MAX_CUSTOMER_SYSTEM_OVERHEAD_PCT.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connection record with VCS handle reference, Observability handle reference, Identity Provider credential reference, measured overhead percentage, and non-invasive status flag.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schedule a re-authorization event at CONNECTION_REAUTH_DAYS from the connection establishment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connection establishment with the Engineering Team Member identity, customer organization identifier, endpoint set, measured overhead,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complete the connection establishment within CONNECTION_ESTABLISHMENT_BUDGET_SEC of receiving the connection inputs.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connection identifier, measured overhead percentage, non-invasive status flag, and re-authorization due date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reviews the measured overhead and confirms the connection is within the non-invasive budget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UC11 Requirements — UC11 — Connect Existing Customer System (15)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Engineering Team Member's session before accepting customer connection inputs.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that every supplied endpoint is a well-formed URL resolvable from the c1v egress network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initiate an OAuth or OIDC authorization handshake with the customer Identity Provider using the supplied configuration.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reject the authorization when the returned scope contains any write-capability grant.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Identity Provider credential in encrypted storage with a recorded expiry at ENCRYPTED_CREDENTIAL_EXPIRY_DAYS.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ENCRYPTED_CREDENTIAL_EXPIRY_DAYS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establish a read-only handle to the customer Version Control endpoint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establish a read-only handle to the customer Observability Tools endpoints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execute a connection-health probe against the Version Control, Observability Tools, and Identity Provider handles and require a success response from each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measure CPU, memory, and network overhead imposed on the customer system over a baseline probe window of BASELINE_PROBE_WINDOW_SEC.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BASELINE_PROBE_WINDOW_SEC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reject the connection and surface an overhead violation to the Engineering Team Member when measured overhead exceeds MAX_CUSTOMER_SYSTEM_OVERHEAD_PCT.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MAX_CUSTOMER_SYSTEM_OVERHEAD_PCT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connection record with Version Control handle reference, Observability handle reference, Identity Provider credential reference, measured overhead percentage, and non-invasive status flag.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schedule a re-authorization event at CONNECTION_REAUTH_DAYS from the connection establishment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CONNECTION_REAUTH_DAYS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connection establishment with Engineering Team Member identity, customer organization identifier, endpoint set, measured overhead,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complete the connection establishment within CONNECTION_ESTABLISHMENT_BUDGET_SEC of receiving the connection inputs.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CONNECTION_ESTABLISHMENT_BUDGET_SEC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connection identifier, measured overhead percentage, non-invasive status flag, and re-authorization due date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Requirements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731520"/>
          <a:ext cx="5029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 Count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UC01 — UC01 — Generate Spec from One-Sentence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UC03 — UC03 — Review Generated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UC04 — UC04 — Emit CLI Commands from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UC06 — UC06 — Recommend Design 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UC08 — UC08 — Trace Tech-Stack Recommendation to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UC11 — UC11 — Connect Existing Customer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8229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Arial"/>
              </a:rPr>
              <a:t>Design Constants (28):</a:t>
            </a:r>
          </a:p>
          <a:p/>
          <a:p>
            <a:r>
              <a:rPr sz="900">
                <a:solidFill>
                  <a:srgbClr val="000000"/>
                </a:solidFill>
                <a:latin typeface="Arial"/>
              </a:rPr>
              <a:t>FOUNDER_INTAKE_RESPONSE_BUDGET_MS = 2000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INTAKE_COMPLETENESS_THRESHOLD = 0.85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SPEC_GENERATION_TIMEOUT_SEC = 300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REVIEW_QUEUE_LOAD_BUDGET_MS = 800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SPEC_RENDER_BUDGET_MS = 1500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STATE_TRANSITION_BUDGET_MS = 500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CLI_EMISSION_TIMEOUT_SEC = 60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MAX_CUSTOMER_SYSTEM_OVERHEAD_PCT = 2 %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AGGREGATION_WINDOW_MIN = 60 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RECOMMENDATION_CADENCE_MIN = 60 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DEVIATION_SUPPRESSION_THRESHOLD = 0.1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RECOMMENDATION_LATENCY_SEC = 120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MAX_RECOMMENDATIONS_PER_CYCLE = 10 count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TRACEBACK_MIN_CONFIDENCE = 0.9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TRACEBACK_COVERAGE_PCT = 100 %  (Final)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TRACEBACK_LATENCY_SEC = 5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ENCRYPTED_CREDENTIAL_EXPIRY_DAYS = 90 days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BASELINE_PROBE_WINDOW_SEC = 300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CONNECTION_REAUTH_DAYS = 30 days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CONNECTION_ESTABLISHMENT_BUDGET_SEC = 120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SESSION_TTL_MIN = 60 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ENCRYPTION_CLASS = AES-256-GCM + TLS-1.3 enum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AUDIT_RETENTION_DAYS = 2555 days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RATE_LIMIT_RPM = 100 req/min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LLM_PROVIDER_TIMEOUT_SEC = 30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LOG_LEVEL_PROD = info enum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TRACE_SAMPLING_RATE = 0.1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EVIDENCE_EXPORT_FORMATS = SOC2; HIPAA; GDPR; PCI-DSS enum-set  (Estimate)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