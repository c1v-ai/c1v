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1010"/>
                </a:solidFill>
              </a:rPr>
              <a:t>M3 — Functional Flow Block Diagram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7 top-level functions / 14 arrows / 3 logic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Functions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305"/>
                <a:gridCol w="3492916"/>
                <a:gridCol w="6985833"/>
              </a:tblGrid>
              <a:tr h="651510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Authenticate &amp; Authorize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Generate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&amp; Approve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Emit CLI Bundle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Connect Customer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Ingest Metrics &amp; 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900"/>
                        <a:t>F.7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Trace Recommendations to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Arrows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305"/>
                <a:gridCol w="2328611"/>
                <a:gridCol w="2328611"/>
                <a:gridCol w="5821527"/>
              </a:tblGrid>
              <a:tr h="347472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Label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founder authenticated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draft spec ready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OR.1.open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complete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OR.1.open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OR.1.open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revisions_requested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on engineer schedule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AND.1.open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AND.1.open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metrics available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AND.1.open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docs &amp; catalogs available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&lt;=RECOMMENDATION_CADENCE_MIN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IT.1.close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recommendation traced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IT.1.close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IT.1.open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Until project deactivates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IT.1.open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improvement informs next spec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Logic Gates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584"/>
                <a:gridCol w="1838377"/>
                <a:gridCol w="8579093"/>
              </a:tblGrid>
              <a:tr h="1303020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Kind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900"/>
                        <a:t>OR.1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900"/>
                        <a:t>AND.1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900"/>
                        <a:t>IT.1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